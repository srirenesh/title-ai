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/>
  <p:notesSz cx="6858000" cy="9144000"/>
  <p:embeddedFontLst>
    <p:embeddedFont>
      <p:font typeface="Funnel Display" pitchFamily="2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3811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74312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196661"/>
                </a:solidFill>
                <a:latin typeface="Funnel Display"/>
              </a:rPr>
              <a:t/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5775" y="2200322"/>
            <a:ext cx="7831931" cy="1371600"/>
            <a:chOff x="485775" y="2200322"/>
            <a:chExt cx="7831931" cy="1371600"/>
          </a:xfrm>
        </p:grpSpPr>
        <p:sp>
          <p:nvSpPr>
            <p:cNvPr id="4" name="TextBox 3"/>
            <p:cNvSpPr txBox="1"/>
            <p:nvPr/>
          </p:nvSpPr>
          <p:spPr>
            <a:xfrm>
              <a:off x="485775" y="2200322"/>
              <a:ext cx="90067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400" b="1">
                  <a:solidFill>
                    <a:srgbClr val="196661"/>
                  </a:solidFill>
                  <a:latin typeface="Funnel Display"/>
                </a:rPr>
                <a:t>AI-Powered COS &amp; Title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775" y="2886122"/>
              <a:ext cx="90067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400" b="1">
                  <a:solidFill>
                    <a:srgbClr val="196661"/>
                  </a:solidFill>
                  <a:latin typeface="Funnel Display"/>
                </a:rPr>
                <a:t>Search Automation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85775" y="3800522"/>
            <a:ext cx="5459139" cy="457200"/>
            <a:chOff x="485775" y="3800522"/>
            <a:chExt cx="5459139" cy="457200"/>
          </a:xfrm>
        </p:grpSpPr>
        <p:sp>
          <p:nvSpPr>
            <p:cNvPr id="7" name="TextBox 6"/>
            <p:cNvSpPr txBox="1"/>
            <p:nvPr/>
          </p:nvSpPr>
          <p:spPr>
            <a:xfrm>
              <a:off x="485775" y="3800522"/>
              <a:ext cx="6278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Brief Project Proposal – Current Owner Search, Title Search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5775" y="4029122"/>
              <a:ext cx="6278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&amp; Property Report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85775" y="4486322"/>
            <a:ext cx="0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196661"/>
                </a:solidFill>
                <a:latin typeface="Funnel Display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27717" y="1207201"/>
            <a:ext cx="1300581" cy="1292532"/>
          </a:xfrm>
          <a:custGeom>
            <a:avLst/>
            <a:gdLst/>
            <a:ahLst/>
            <a:cxnLst/>
            <a:rect l="0" t="0" r="0" b="0"/>
            <a:pathLst>
              <a:path w="1300581" h="1292532">
                <a:moveTo>
                  <a:pt x="804710" y="95221"/>
                </a:moveTo>
                <a:cubicBezTo>
                  <a:pt x="962767" y="30937"/>
                  <a:pt x="1120740" y="0"/>
                  <a:pt x="1291590" y="1457"/>
                </a:cubicBezTo>
                <a:lnTo>
                  <a:pt x="1291590" y="338851"/>
                </a:lnTo>
                <a:cubicBezTo>
                  <a:pt x="1165193" y="337766"/>
                  <a:pt x="1049493" y="359197"/>
                  <a:pt x="932564" y="406746"/>
                </a:cubicBezTo>
                <a:cubicBezTo>
                  <a:pt x="815635" y="454294"/>
                  <a:pt x="709364" y="524532"/>
                  <a:pt x="619887" y="613410"/>
                </a:cubicBezTo>
                <a:cubicBezTo>
                  <a:pt x="530399" y="702278"/>
                  <a:pt x="459486" y="808015"/>
                  <a:pt x="411222" y="924534"/>
                </a:cubicBezTo>
                <a:cubicBezTo>
                  <a:pt x="362959" y="1041053"/>
                  <a:pt x="337527" y="1166298"/>
                  <a:pt x="337899" y="1292532"/>
                </a:cubicBezTo>
                <a:lnTo>
                  <a:pt x="514" y="1292532"/>
                </a:lnTo>
                <a:cubicBezTo>
                  <a:pt x="0" y="1121635"/>
                  <a:pt x="34785" y="952604"/>
                  <a:pt x="100022" y="795108"/>
                </a:cubicBezTo>
                <a:cubicBezTo>
                  <a:pt x="147466" y="680551"/>
                  <a:pt x="211121" y="573700"/>
                  <a:pt x="288845" y="477726"/>
                </a:cubicBezTo>
                <a:lnTo>
                  <a:pt x="240106" y="349081"/>
                </a:lnTo>
                <a:lnTo>
                  <a:pt x="370055" y="386638"/>
                </a:lnTo>
                <a:cubicBezTo>
                  <a:pt x="374027" y="382590"/>
                  <a:pt x="378037" y="378561"/>
                  <a:pt x="382066" y="374561"/>
                </a:cubicBezTo>
                <a:cubicBezTo>
                  <a:pt x="503015" y="254431"/>
                  <a:pt x="646661" y="159496"/>
                  <a:pt x="804710" y="95221"/>
                </a:cubicBezTo>
                <a:moveTo>
                  <a:pt x="1084659" y="1292532"/>
                </a:moveTo>
                <a:cubicBezTo>
                  <a:pt x="1084659" y="1232887"/>
                  <a:pt x="1108357" y="1184671"/>
                  <a:pt x="1150534" y="1142485"/>
                </a:cubicBezTo>
                <a:cubicBezTo>
                  <a:pt x="1192720" y="1100308"/>
                  <a:pt x="1240936" y="1076610"/>
                  <a:pt x="1300581" y="1076610"/>
                </a:cubicBezTo>
                <a:lnTo>
                  <a:pt x="1300581" y="1292532"/>
                </a:lnTo>
                <a:lnTo>
                  <a:pt x="1084659" y="1292532"/>
                </a:ln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27719" y="1207201"/>
            <a:ext cx="1300583" cy="1292537"/>
          </a:xfrm>
          <a:custGeom>
            <a:avLst/>
            <a:gdLst/>
            <a:ahLst/>
            <a:cxnLst/>
            <a:rect l="0" t="0" r="0" b="0"/>
            <a:pathLst>
              <a:path w="1300583" h="1292537">
                <a:moveTo>
                  <a:pt x="804710" y="95217"/>
                </a:moveTo>
                <a:cubicBezTo>
                  <a:pt x="962764" y="30940"/>
                  <a:pt x="1120741" y="0"/>
                  <a:pt x="1291587" y="1459"/>
                </a:cubicBezTo>
                <a:lnTo>
                  <a:pt x="1291587" y="338849"/>
                </a:lnTo>
                <a:cubicBezTo>
                  <a:pt x="1165193" y="337769"/>
                  <a:pt x="1049491" y="359193"/>
                  <a:pt x="932560" y="406746"/>
                </a:cubicBezTo>
                <a:cubicBezTo>
                  <a:pt x="815630" y="454298"/>
                  <a:pt x="709359" y="524535"/>
                  <a:pt x="619880" y="613406"/>
                </a:cubicBezTo>
                <a:cubicBezTo>
                  <a:pt x="530401" y="702276"/>
                  <a:pt x="459483" y="808019"/>
                  <a:pt x="411219" y="924535"/>
                </a:cubicBezTo>
                <a:cubicBezTo>
                  <a:pt x="362955" y="1041051"/>
                  <a:pt x="337522" y="1166298"/>
                  <a:pt x="337898" y="1292537"/>
                </a:cubicBezTo>
                <a:lnTo>
                  <a:pt x="508" y="1292274"/>
                </a:lnTo>
                <a:cubicBezTo>
                  <a:pt x="0" y="1121637"/>
                  <a:pt x="34779" y="952606"/>
                  <a:pt x="100016" y="795110"/>
                </a:cubicBezTo>
                <a:cubicBezTo>
                  <a:pt x="147468" y="680555"/>
                  <a:pt x="211119" y="573704"/>
                  <a:pt x="288842" y="477730"/>
                </a:cubicBezTo>
                <a:lnTo>
                  <a:pt x="240105" y="349080"/>
                </a:lnTo>
                <a:lnTo>
                  <a:pt x="370056" y="386641"/>
                </a:lnTo>
                <a:cubicBezTo>
                  <a:pt x="374030" y="382589"/>
                  <a:pt x="378032" y="378561"/>
                  <a:pt x="382062" y="374558"/>
                </a:cubicBezTo>
                <a:cubicBezTo>
                  <a:pt x="503011" y="254434"/>
                  <a:pt x="646655" y="159494"/>
                  <a:pt x="804710" y="95217"/>
                </a:cubicBezTo>
                <a:close/>
                <a:moveTo>
                  <a:pt x="1084654" y="1292537"/>
                </a:moveTo>
                <a:cubicBezTo>
                  <a:pt x="1084654" y="1232883"/>
                  <a:pt x="1108351" y="1184669"/>
                  <a:pt x="1150533" y="1142487"/>
                </a:cubicBezTo>
                <a:cubicBezTo>
                  <a:pt x="1192715" y="1100305"/>
                  <a:pt x="1240929" y="1076608"/>
                  <a:pt x="1300583" y="1076608"/>
                </a:cubicBezTo>
                <a:lnTo>
                  <a:pt x="1300583" y="1292537"/>
                </a:lnTo>
                <a:lnTo>
                  <a:pt x="1084654" y="1292537"/>
                </a:lnTo>
                <a:close/>
              </a:path>
            </a:pathLst>
          </a:custGeom>
          <a:noFill/>
          <a:ln w="13494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27385" y="2499743"/>
            <a:ext cx="1300924" cy="1291342"/>
          </a:xfrm>
          <a:custGeom>
            <a:avLst/>
            <a:gdLst/>
            <a:ahLst/>
            <a:cxnLst/>
            <a:rect l="0" t="0" r="0" b="0"/>
            <a:pathLst>
              <a:path w="1300924" h="1291342">
                <a:moveTo>
                  <a:pt x="803109" y="1193225"/>
                </a:moveTo>
                <a:cubicBezTo>
                  <a:pt x="960948" y="1258614"/>
                  <a:pt x="1121082" y="1291342"/>
                  <a:pt x="1291923" y="1291075"/>
                </a:cubicBezTo>
                <a:lnTo>
                  <a:pt x="1291923" y="953690"/>
                </a:lnTo>
                <a:cubicBezTo>
                  <a:pt x="1165536" y="953890"/>
                  <a:pt x="1048902" y="930173"/>
                  <a:pt x="932126" y="881795"/>
                </a:cubicBezTo>
                <a:cubicBezTo>
                  <a:pt x="815359" y="833427"/>
                  <a:pt x="709307" y="762438"/>
                  <a:pt x="620087" y="672912"/>
                </a:cubicBezTo>
                <a:cubicBezTo>
                  <a:pt x="530866" y="583387"/>
                  <a:pt x="460228" y="477107"/>
                  <a:pt x="412241" y="360178"/>
                </a:cubicBezTo>
                <a:cubicBezTo>
                  <a:pt x="364264" y="243249"/>
                  <a:pt x="337613" y="126387"/>
                  <a:pt x="338232" y="0"/>
                </a:cubicBezTo>
                <a:lnTo>
                  <a:pt x="847" y="0"/>
                </a:lnTo>
                <a:cubicBezTo>
                  <a:pt x="0" y="170840"/>
                  <a:pt x="35528" y="330098"/>
                  <a:pt x="100383" y="488146"/>
                </a:cubicBezTo>
                <a:cubicBezTo>
                  <a:pt x="150837" y="611095"/>
                  <a:pt x="219817" y="725338"/>
                  <a:pt x="304742" y="826979"/>
                </a:cubicBezTo>
                <a:lnTo>
                  <a:pt x="256994" y="947708"/>
                </a:lnTo>
                <a:lnTo>
                  <a:pt x="383562" y="913104"/>
                </a:lnTo>
                <a:cubicBezTo>
                  <a:pt x="503701" y="1033062"/>
                  <a:pt x="646252" y="1128245"/>
                  <a:pt x="803109" y="1193225"/>
                </a:cubicBezTo>
                <a:moveTo>
                  <a:pt x="1300924" y="215931"/>
                </a:moveTo>
                <a:cubicBezTo>
                  <a:pt x="1271387" y="215931"/>
                  <a:pt x="1251127" y="210111"/>
                  <a:pt x="1223838" y="198805"/>
                </a:cubicBezTo>
                <a:cubicBezTo>
                  <a:pt x="1196549" y="187499"/>
                  <a:pt x="1171755" y="170935"/>
                  <a:pt x="1150867" y="150047"/>
                </a:cubicBezTo>
                <a:cubicBezTo>
                  <a:pt x="1129988" y="129159"/>
                  <a:pt x="1113415" y="104365"/>
                  <a:pt x="1102109" y="77076"/>
                </a:cubicBezTo>
                <a:cubicBezTo>
                  <a:pt x="1090812" y="49787"/>
                  <a:pt x="1084992" y="29537"/>
                  <a:pt x="1084992" y="0"/>
                </a:cubicBezTo>
                <a:lnTo>
                  <a:pt x="1300924" y="0"/>
                </a:lnTo>
                <a:lnTo>
                  <a:pt x="1300924" y="215931"/>
                </a:lnTo>
              </a:path>
            </a:pathLst>
          </a:custGeom>
          <a:solidFill>
            <a:srgbClr val="14BAB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27389" y="2499743"/>
            <a:ext cx="1300915" cy="1291346"/>
          </a:xfrm>
          <a:custGeom>
            <a:avLst/>
            <a:gdLst/>
            <a:ahLst/>
            <a:cxnLst/>
            <a:rect l="0" t="0" r="0" b="0"/>
            <a:pathLst>
              <a:path w="1300915" h="1291346">
                <a:moveTo>
                  <a:pt x="803108" y="1193226"/>
                </a:moveTo>
                <a:cubicBezTo>
                  <a:pt x="960944" y="1258613"/>
                  <a:pt x="1121075" y="1291346"/>
                  <a:pt x="1291918" y="1291078"/>
                </a:cubicBezTo>
                <a:lnTo>
                  <a:pt x="1291918" y="953688"/>
                </a:lnTo>
                <a:cubicBezTo>
                  <a:pt x="1165527" y="953886"/>
                  <a:pt x="1048893" y="930173"/>
                  <a:pt x="932124" y="881799"/>
                </a:cubicBezTo>
                <a:cubicBezTo>
                  <a:pt x="815356" y="833425"/>
                  <a:pt x="709307" y="762433"/>
                  <a:pt x="620084" y="672911"/>
                </a:cubicBezTo>
                <a:cubicBezTo>
                  <a:pt x="530860" y="583390"/>
                  <a:pt x="460224" y="477105"/>
                  <a:pt x="412240" y="360175"/>
                </a:cubicBezTo>
                <a:cubicBezTo>
                  <a:pt x="364256" y="243245"/>
                  <a:pt x="337609" y="126390"/>
                  <a:pt x="338230" y="0"/>
                </a:cubicBezTo>
                <a:lnTo>
                  <a:pt x="838" y="0"/>
                </a:lnTo>
                <a:cubicBezTo>
                  <a:pt x="0" y="170841"/>
                  <a:pt x="35524" y="330096"/>
                  <a:pt x="100383" y="488150"/>
                </a:cubicBezTo>
                <a:cubicBezTo>
                  <a:pt x="150836" y="611097"/>
                  <a:pt x="219818" y="725337"/>
                  <a:pt x="304739" y="826978"/>
                </a:cubicBezTo>
                <a:lnTo>
                  <a:pt x="256986" y="947708"/>
                </a:lnTo>
                <a:lnTo>
                  <a:pt x="383557" y="913108"/>
                </a:lnTo>
                <a:cubicBezTo>
                  <a:pt x="503695" y="1033062"/>
                  <a:pt x="646245" y="1128242"/>
                  <a:pt x="803108" y="1193226"/>
                </a:cubicBezTo>
                <a:close/>
                <a:moveTo>
                  <a:pt x="1300915" y="215929"/>
                </a:moveTo>
                <a:cubicBezTo>
                  <a:pt x="1271378" y="215929"/>
                  <a:pt x="1251127" y="210112"/>
                  <a:pt x="1223837" y="198808"/>
                </a:cubicBezTo>
                <a:cubicBezTo>
                  <a:pt x="1196548" y="187504"/>
                  <a:pt x="1171752" y="170936"/>
                  <a:pt x="1150865" y="150050"/>
                </a:cubicBezTo>
                <a:cubicBezTo>
                  <a:pt x="1129979" y="129163"/>
                  <a:pt x="1113411" y="104367"/>
                  <a:pt x="1102107" y="77078"/>
                </a:cubicBezTo>
                <a:cubicBezTo>
                  <a:pt x="1090803" y="49788"/>
                  <a:pt x="1084986" y="29537"/>
                  <a:pt x="1084986" y="0"/>
                </a:cubicBezTo>
                <a:lnTo>
                  <a:pt x="1300915" y="0"/>
                </a:lnTo>
                <a:lnTo>
                  <a:pt x="1300915" y="215929"/>
                </a:lnTo>
                <a:close/>
              </a:path>
            </a:pathLst>
          </a:custGeom>
          <a:noFill/>
          <a:ln w="13494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19310" y="2499743"/>
            <a:ext cx="1296390" cy="1292352"/>
          </a:xfrm>
          <a:custGeom>
            <a:avLst/>
            <a:gdLst/>
            <a:ahLst/>
            <a:cxnLst/>
            <a:rect l="0" t="0" r="0" b="0"/>
            <a:pathLst>
              <a:path w="1296390" h="1292352">
                <a:moveTo>
                  <a:pt x="1199826" y="487356"/>
                </a:moveTo>
                <a:cubicBezTo>
                  <a:pt x="1265034" y="329184"/>
                  <a:pt x="1296390" y="171078"/>
                  <a:pt x="1295580" y="0"/>
                </a:cubicBezTo>
                <a:lnTo>
                  <a:pt x="962682" y="0"/>
                </a:lnTo>
                <a:cubicBezTo>
                  <a:pt x="963282" y="126568"/>
                  <a:pt x="937107" y="242144"/>
                  <a:pt x="888872" y="359168"/>
                </a:cubicBezTo>
                <a:cubicBezTo>
                  <a:pt x="840628" y="476183"/>
                  <a:pt x="769639" y="582463"/>
                  <a:pt x="680018" y="671836"/>
                </a:cubicBezTo>
                <a:cubicBezTo>
                  <a:pt x="590407" y="761209"/>
                  <a:pt x="483936" y="831913"/>
                  <a:pt x="366788" y="879833"/>
                </a:cubicBezTo>
                <a:cubicBezTo>
                  <a:pt x="249640" y="927754"/>
                  <a:pt x="126568" y="954633"/>
                  <a:pt x="0" y="953690"/>
                </a:cubicBezTo>
                <a:lnTo>
                  <a:pt x="0" y="1291075"/>
                </a:lnTo>
                <a:cubicBezTo>
                  <a:pt x="171078" y="1292352"/>
                  <a:pt x="335784" y="1255918"/>
                  <a:pt x="494128" y="1191139"/>
                </a:cubicBezTo>
                <a:cubicBezTo>
                  <a:pt x="651452" y="1126788"/>
                  <a:pt x="794527" y="1032043"/>
                  <a:pt x="915171" y="912342"/>
                </a:cubicBezTo>
                <a:lnTo>
                  <a:pt x="1044549" y="947708"/>
                </a:lnTo>
                <a:lnTo>
                  <a:pt x="995838" y="824569"/>
                </a:lnTo>
                <a:cubicBezTo>
                  <a:pt x="1080525" y="723423"/>
                  <a:pt x="1149381" y="609733"/>
                  <a:pt x="1199826" y="487356"/>
                </a:cubicBezTo>
                <a:moveTo>
                  <a:pt x="224923" y="0"/>
                </a:moveTo>
                <a:cubicBezTo>
                  <a:pt x="224923" y="28355"/>
                  <a:pt x="219341" y="56435"/>
                  <a:pt x="208492" y="82629"/>
                </a:cubicBezTo>
                <a:cubicBezTo>
                  <a:pt x="197634" y="108832"/>
                  <a:pt x="181737" y="132635"/>
                  <a:pt x="161686" y="152685"/>
                </a:cubicBezTo>
                <a:cubicBezTo>
                  <a:pt x="141627" y="172735"/>
                  <a:pt x="117824" y="188642"/>
                  <a:pt x="91630" y="199491"/>
                </a:cubicBezTo>
                <a:cubicBezTo>
                  <a:pt x="65436" y="210340"/>
                  <a:pt x="37357" y="215931"/>
                  <a:pt x="9001" y="215931"/>
                </a:cubicBezTo>
                <a:lnTo>
                  <a:pt x="9001" y="0"/>
                </a:lnTo>
                <a:lnTo>
                  <a:pt x="224923" y="0"/>
                </a:lnTo>
              </a:path>
            </a:pathLst>
          </a:custGeom>
          <a:solidFill>
            <a:srgbClr val="14BAB7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19310" y="2499743"/>
            <a:ext cx="1296385" cy="1292350"/>
          </a:xfrm>
          <a:custGeom>
            <a:avLst/>
            <a:gdLst/>
            <a:ahLst/>
            <a:cxnLst/>
            <a:rect l="0" t="0" r="0" b="0"/>
            <a:pathLst>
              <a:path w="1296385" h="1292350">
                <a:moveTo>
                  <a:pt x="1199830" y="487355"/>
                </a:moveTo>
                <a:cubicBezTo>
                  <a:pt x="1265035" y="329183"/>
                  <a:pt x="1296385" y="171082"/>
                  <a:pt x="1295577" y="0"/>
                </a:cubicBezTo>
                <a:lnTo>
                  <a:pt x="962685" y="0"/>
                </a:lnTo>
                <a:cubicBezTo>
                  <a:pt x="963284" y="126568"/>
                  <a:pt x="937107" y="242146"/>
                  <a:pt x="888869" y="359164"/>
                </a:cubicBezTo>
                <a:cubicBezTo>
                  <a:pt x="840629" y="476181"/>
                  <a:pt x="769642" y="582459"/>
                  <a:pt x="680022" y="671836"/>
                </a:cubicBezTo>
                <a:cubicBezTo>
                  <a:pt x="590402" y="761213"/>
                  <a:pt x="483933" y="831912"/>
                  <a:pt x="366785" y="879834"/>
                </a:cubicBezTo>
                <a:cubicBezTo>
                  <a:pt x="249637" y="927756"/>
                  <a:pt x="126567" y="954629"/>
                  <a:pt x="0" y="953688"/>
                </a:cubicBezTo>
                <a:lnTo>
                  <a:pt x="0" y="1291078"/>
                </a:lnTo>
                <a:cubicBezTo>
                  <a:pt x="171080" y="1292350"/>
                  <a:pt x="335785" y="1255917"/>
                  <a:pt x="494133" y="1191142"/>
                </a:cubicBezTo>
                <a:cubicBezTo>
                  <a:pt x="651453" y="1126787"/>
                  <a:pt x="794526" y="1032043"/>
                  <a:pt x="915172" y="912342"/>
                </a:cubicBezTo>
                <a:lnTo>
                  <a:pt x="1044545" y="947708"/>
                </a:lnTo>
                <a:lnTo>
                  <a:pt x="995838" y="824565"/>
                </a:lnTo>
                <a:cubicBezTo>
                  <a:pt x="1080524" y="723423"/>
                  <a:pt x="1149381" y="609734"/>
                  <a:pt x="1199830" y="487355"/>
                </a:cubicBezTo>
                <a:close/>
                <a:moveTo>
                  <a:pt x="224926" y="0"/>
                </a:moveTo>
                <a:cubicBezTo>
                  <a:pt x="224926" y="28356"/>
                  <a:pt x="219341" y="56434"/>
                  <a:pt x="208489" y="82632"/>
                </a:cubicBezTo>
                <a:cubicBezTo>
                  <a:pt x="197638" y="108830"/>
                  <a:pt x="181733" y="132634"/>
                  <a:pt x="161682" y="152685"/>
                </a:cubicBezTo>
                <a:cubicBezTo>
                  <a:pt x="141631" y="172736"/>
                  <a:pt x="117827" y="188641"/>
                  <a:pt x="91629" y="199492"/>
                </a:cubicBezTo>
                <a:cubicBezTo>
                  <a:pt x="65432" y="210344"/>
                  <a:pt x="37353" y="215929"/>
                  <a:pt x="8997" y="215929"/>
                </a:cubicBezTo>
                <a:lnTo>
                  <a:pt x="8997" y="0"/>
                </a:lnTo>
                <a:lnTo>
                  <a:pt x="224926" y="0"/>
                </a:lnTo>
                <a:close/>
              </a:path>
            </a:pathLst>
          </a:custGeom>
          <a:noFill/>
          <a:ln w="13494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19309" y="1208093"/>
            <a:ext cx="1295580" cy="1291647"/>
          </a:xfrm>
          <a:custGeom>
            <a:avLst/>
            <a:gdLst/>
            <a:ahLst/>
            <a:cxnLst/>
            <a:rect l="0" t="0" r="0" b="0"/>
            <a:pathLst>
              <a:path w="1295580" h="1291647">
                <a:moveTo>
                  <a:pt x="1197244" y="795575"/>
                </a:moveTo>
                <a:cubicBezTo>
                  <a:pt x="1262881" y="952547"/>
                  <a:pt x="1295009" y="1121511"/>
                  <a:pt x="1295580" y="1291647"/>
                </a:cubicBezTo>
                <a:lnTo>
                  <a:pt x="962682" y="1291047"/>
                </a:lnTo>
                <a:cubicBezTo>
                  <a:pt x="962263" y="1165174"/>
                  <a:pt x="934793" y="1041739"/>
                  <a:pt x="886244" y="925610"/>
                </a:cubicBezTo>
                <a:cubicBezTo>
                  <a:pt x="837685" y="809491"/>
                  <a:pt x="766733" y="704059"/>
                  <a:pt x="677437" y="615353"/>
                </a:cubicBezTo>
                <a:cubicBezTo>
                  <a:pt x="588140" y="526646"/>
                  <a:pt x="482241" y="456399"/>
                  <a:pt x="365798" y="408612"/>
                </a:cubicBezTo>
                <a:cubicBezTo>
                  <a:pt x="249345" y="360835"/>
                  <a:pt x="125872" y="337537"/>
                  <a:pt x="0" y="337956"/>
                </a:cubicBezTo>
                <a:lnTo>
                  <a:pt x="0" y="571"/>
                </a:lnTo>
                <a:cubicBezTo>
                  <a:pt x="170135" y="0"/>
                  <a:pt x="336356" y="32165"/>
                  <a:pt x="493756" y="96754"/>
                </a:cubicBezTo>
                <a:cubicBezTo>
                  <a:pt x="651157" y="161343"/>
                  <a:pt x="794299" y="256298"/>
                  <a:pt x="915009" y="376199"/>
                </a:cubicBezTo>
                <a:cubicBezTo>
                  <a:pt x="918086" y="379256"/>
                  <a:pt x="921143" y="382333"/>
                  <a:pt x="924191" y="385419"/>
                </a:cubicBezTo>
                <a:lnTo>
                  <a:pt x="1052988" y="348195"/>
                </a:lnTo>
                <a:lnTo>
                  <a:pt x="1004868" y="475202"/>
                </a:lnTo>
                <a:cubicBezTo>
                  <a:pt x="1083992" y="571957"/>
                  <a:pt x="1148848" y="679837"/>
                  <a:pt x="1197244" y="795575"/>
                </a:cubicBezTo>
                <a:moveTo>
                  <a:pt x="9001" y="1075848"/>
                </a:moveTo>
                <a:lnTo>
                  <a:pt x="9001" y="1291647"/>
                </a:lnTo>
                <a:lnTo>
                  <a:pt x="224923" y="1291647"/>
                </a:lnTo>
                <a:cubicBezTo>
                  <a:pt x="224904" y="1233316"/>
                  <a:pt x="203692" y="1186176"/>
                  <a:pt x="163125" y="1144247"/>
                </a:cubicBezTo>
                <a:cubicBezTo>
                  <a:pt x="122567" y="1102318"/>
                  <a:pt x="67303" y="1077791"/>
                  <a:pt x="9001" y="1075848"/>
                </a:cubicBezTo>
              </a:path>
            </a:pathLst>
          </a:custGeom>
          <a:solidFill>
            <a:srgbClr val="14BAB7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19309" y="1208097"/>
            <a:ext cx="1295577" cy="1291644"/>
          </a:xfrm>
          <a:custGeom>
            <a:avLst/>
            <a:gdLst/>
            <a:ahLst/>
            <a:cxnLst/>
            <a:rect l="0" t="0" r="0" b="0"/>
            <a:pathLst>
              <a:path w="1295577" h="1291644">
                <a:moveTo>
                  <a:pt x="1197246" y="795576"/>
                </a:moveTo>
                <a:cubicBezTo>
                  <a:pt x="1262878" y="952546"/>
                  <a:pt x="1295011" y="1121508"/>
                  <a:pt x="1295577" y="1291644"/>
                </a:cubicBezTo>
                <a:lnTo>
                  <a:pt x="962685" y="1291041"/>
                </a:lnTo>
                <a:cubicBezTo>
                  <a:pt x="962267" y="1165172"/>
                  <a:pt x="934797" y="1041739"/>
                  <a:pt x="886243" y="925611"/>
                </a:cubicBezTo>
                <a:cubicBezTo>
                  <a:pt x="837688" y="809483"/>
                  <a:pt x="766736" y="704057"/>
                  <a:pt x="677437" y="615349"/>
                </a:cubicBezTo>
                <a:cubicBezTo>
                  <a:pt x="588138" y="526643"/>
                  <a:pt x="482241" y="456393"/>
                  <a:pt x="365793" y="408611"/>
                </a:cubicBezTo>
                <a:cubicBezTo>
                  <a:pt x="249345" y="360830"/>
                  <a:pt x="125868" y="337537"/>
                  <a:pt x="0" y="337955"/>
                </a:cubicBezTo>
                <a:lnTo>
                  <a:pt x="0" y="565"/>
                </a:lnTo>
                <a:cubicBezTo>
                  <a:pt x="170136" y="0"/>
                  <a:pt x="336355" y="32164"/>
                  <a:pt x="493757" y="96750"/>
                </a:cubicBezTo>
                <a:cubicBezTo>
                  <a:pt x="651159" y="161336"/>
                  <a:pt x="794300" y="256292"/>
                  <a:pt x="915004" y="376196"/>
                </a:cubicBezTo>
                <a:cubicBezTo>
                  <a:pt x="918082" y="379255"/>
                  <a:pt x="921145" y="382327"/>
                  <a:pt x="924191" y="385415"/>
                </a:cubicBezTo>
                <a:lnTo>
                  <a:pt x="1052987" y="348188"/>
                </a:lnTo>
                <a:lnTo>
                  <a:pt x="1004873" y="475194"/>
                </a:lnTo>
                <a:cubicBezTo>
                  <a:pt x="1083995" y="571948"/>
                  <a:pt x="1148851" y="679830"/>
                  <a:pt x="1197246" y="795576"/>
                </a:cubicBezTo>
                <a:close/>
                <a:moveTo>
                  <a:pt x="8997" y="1075840"/>
                </a:moveTo>
                <a:lnTo>
                  <a:pt x="8997" y="1291644"/>
                </a:lnTo>
                <a:lnTo>
                  <a:pt x="224926" y="1291644"/>
                </a:lnTo>
                <a:cubicBezTo>
                  <a:pt x="224903" y="1233307"/>
                  <a:pt x="203692" y="1186170"/>
                  <a:pt x="163129" y="1144243"/>
                </a:cubicBezTo>
                <a:cubicBezTo>
                  <a:pt x="122567" y="1102318"/>
                  <a:pt x="67300" y="1077791"/>
                  <a:pt x="8997" y="1075840"/>
                </a:cubicBezTo>
                <a:close/>
              </a:path>
            </a:pathLst>
          </a:custGeom>
          <a:noFill/>
          <a:ln w="13494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3819" y="844059"/>
            <a:ext cx="1179860" cy="2159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196661"/>
                </a:solidFill>
                <a:latin typeface="Funnel Display"/>
              </a:rPr>
              <a:t>Raw results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19100" y="400050"/>
            <a:ext cx="2454478" cy="1371600"/>
            <a:chOff x="419100" y="400050"/>
            <a:chExt cx="2454478" cy="1371600"/>
          </a:xfrm>
        </p:grpSpPr>
        <p:sp>
          <p:nvSpPr>
            <p:cNvPr id="11" name="TextBox 10"/>
            <p:cNvSpPr txBox="1"/>
            <p:nvPr/>
          </p:nvSpPr>
          <p:spPr>
            <a:xfrm>
              <a:off x="419100" y="400050"/>
              <a:ext cx="28226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Manual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9100" y="857250"/>
              <a:ext cx="28226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Research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9100" y="1314450"/>
              <a:ext cx="28226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Challenges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242934" y="772097"/>
            <a:ext cx="1122883" cy="431910"/>
            <a:chOff x="7242934" y="772097"/>
            <a:chExt cx="1122883" cy="431910"/>
          </a:xfrm>
        </p:grpSpPr>
        <p:sp>
          <p:nvSpPr>
            <p:cNvPr id="15" name="TextBox 14"/>
            <p:cNvSpPr txBox="1"/>
            <p:nvPr/>
          </p:nvSpPr>
          <p:spPr>
            <a:xfrm>
              <a:off x="7242934" y="772097"/>
              <a:ext cx="1291315" cy="2159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196661"/>
                  </a:solidFill>
                  <a:latin typeface="Funnel Display"/>
                </a:rPr>
                <a:t>Inconsistent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42934" y="988028"/>
              <a:ext cx="1291315" cy="2159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196661"/>
                  </a:solidFill>
                  <a:latin typeface="Funnel Display"/>
                </a:rPr>
                <a:t>formats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291486" y="1168051"/>
            <a:ext cx="1322193" cy="575832"/>
            <a:chOff x="3291486" y="1168051"/>
            <a:chExt cx="1322193" cy="575832"/>
          </a:xfrm>
        </p:grpSpPr>
        <p:sp>
          <p:nvSpPr>
            <p:cNvPr id="18" name="TextBox 17"/>
            <p:cNvSpPr txBox="1"/>
            <p:nvPr/>
          </p:nvSpPr>
          <p:spPr>
            <a:xfrm>
              <a:off x="3093158" y="1168051"/>
              <a:ext cx="1520521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Typing teams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93158" y="1311973"/>
              <a:ext cx="1520521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receiving raw results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93158" y="1455991"/>
              <a:ext cx="1520521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instead of organized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93158" y="1599914"/>
              <a:ext cx="1520521" cy="1439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reports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242934" y="1312037"/>
            <a:ext cx="1259805" cy="431891"/>
            <a:chOff x="7242934" y="1312037"/>
            <a:chExt cx="1259805" cy="431891"/>
          </a:xfrm>
        </p:grpSpPr>
        <p:sp>
          <p:nvSpPr>
            <p:cNvPr id="23" name="TextBox 22"/>
            <p:cNvSpPr txBox="1"/>
            <p:nvPr/>
          </p:nvSpPr>
          <p:spPr>
            <a:xfrm>
              <a:off x="7242934" y="1312037"/>
              <a:ext cx="1448775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Inconsistent owner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42934" y="1455959"/>
              <a:ext cx="1448775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name formats and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42934" y="1599882"/>
              <a:ext cx="1448775" cy="14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vesting language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5341248" y="1908186"/>
            <a:ext cx="310398" cy="310398"/>
          </a:xfrm>
          <a:custGeom>
            <a:avLst/>
            <a:gdLst/>
            <a:ahLst/>
            <a:cxnLst/>
            <a:rect l="0" t="0" r="0" b="0"/>
            <a:pathLst>
              <a:path w="310398" h="310398">
                <a:moveTo>
                  <a:pt x="57221" y="195686"/>
                </a:moveTo>
                <a:lnTo>
                  <a:pt x="6747" y="236172"/>
                </a:lnTo>
                <a:cubicBezTo>
                  <a:pt x="114712" y="229425"/>
                  <a:pt x="215929" y="290155"/>
                  <a:pt x="242920" y="310398"/>
                </a:cubicBezTo>
                <a:moveTo>
                  <a:pt x="242920" y="310398"/>
                </a:moveTo>
                <a:cubicBezTo>
                  <a:pt x="195686" y="256416"/>
                  <a:pt x="101216" y="188938"/>
                  <a:pt x="0" y="188938"/>
                </a:cubicBezTo>
                <a:lnTo>
                  <a:pt x="64373" y="134955"/>
                </a:lnTo>
                <a:moveTo>
                  <a:pt x="242920" y="310398"/>
                </a:moveTo>
                <a:cubicBezTo>
                  <a:pt x="223352" y="232798"/>
                  <a:pt x="114712" y="134955"/>
                  <a:pt x="33738" y="128208"/>
                </a:cubicBezTo>
                <a:lnTo>
                  <a:pt x="155199" y="26991"/>
                </a:lnTo>
                <a:cubicBezTo>
                  <a:pt x="168942" y="30083"/>
                  <a:pt x="181726" y="36475"/>
                  <a:pt x="192447" y="45615"/>
                </a:cubicBezTo>
                <a:moveTo>
                  <a:pt x="242920" y="310398"/>
                </a:moveTo>
                <a:cubicBezTo>
                  <a:pt x="242920" y="310398"/>
                  <a:pt x="283407" y="195686"/>
                  <a:pt x="141703" y="107964"/>
                </a:cubicBezTo>
                <a:lnTo>
                  <a:pt x="229425" y="0"/>
                </a:lnTo>
                <a:cubicBezTo>
                  <a:pt x="310398" y="33738"/>
                  <a:pt x="310398" y="148451"/>
                  <a:pt x="310398" y="148451"/>
                </a:cubicBezTo>
                <a:close/>
              </a:path>
            </a:pathLst>
          </a:custGeom>
          <a:noFill/>
          <a:ln w="13494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4967" y="1908186"/>
            <a:ext cx="310398" cy="310398"/>
          </a:xfrm>
          <a:custGeom>
            <a:avLst/>
            <a:gdLst/>
            <a:ahLst/>
            <a:cxnLst/>
            <a:rect l="0" t="0" r="0" b="0"/>
            <a:pathLst>
              <a:path w="310398" h="310398">
                <a:moveTo>
                  <a:pt x="187966" y="126210"/>
                </a:moveTo>
                <a:lnTo>
                  <a:pt x="187966" y="112094"/>
                </a:lnTo>
                <a:cubicBezTo>
                  <a:pt x="199400" y="112094"/>
                  <a:pt x="208668" y="102825"/>
                  <a:pt x="208668" y="91392"/>
                </a:cubicBezTo>
                <a:cubicBezTo>
                  <a:pt x="208668" y="79958"/>
                  <a:pt x="199400" y="70689"/>
                  <a:pt x="187966" y="70689"/>
                </a:cubicBezTo>
                <a:cubicBezTo>
                  <a:pt x="176533" y="70689"/>
                  <a:pt x="167264" y="79958"/>
                  <a:pt x="167264" y="91392"/>
                </a:cubicBezTo>
                <a:moveTo>
                  <a:pt x="186239" y="153471"/>
                </a:moveTo>
                <a:lnTo>
                  <a:pt x="186239" y="153471"/>
                </a:lnTo>
                <a:moveTo>
                  <a:pt x="186239" y="153471"/>
                </a:moveTo>
                <a:cubicBezTo>
                  <a:pt x="187612" y="153471"/>
                  <a:pt x="188929" y="154018"/>
                  <a:pt x="189898" y="154990"/>
                </a:cubicBezTo>
                <a:cubicBezTo>
                  <a:pt x="190868" y="155962"/>
                  <a:pt x="191411" y="157281"/>
                  <a:pt x="191408" y="158654"/>
                </a:cubicBezTo>
                <a:cubicBezTo>
                  <a:pt x="191408" y="161518"/>
                  <a:pt x="189085" y="163838"/>
                  <a:pt x="186221" y="163836"/>
                </a:cubicBezTo>
                <a:cubicBezTo>
                  <a:pt x="183357" y="163834"/>
                  <a:pt x="181038" y="161509"/>
                  <a:pt x="181043" y="158645"/>
                </a:cubicBezTo>
                <a:cubicBezTo>
                  <a:pt x="181048" y="155781"/>
                  <a:pt x="183375" y="153464"/>
                  <a:pt x="186239" y="153471"/>
                </a:cubicBezTo>
                <a:moveTo>
                  <a:pt x="20688" y="0"/>
                </a:moveTo>
                <a:cubicBezTo>
                  <a:pt x="9262" y="0"/>
                  <a:pt x="0" y="9262"/>
                  <a:pt x="0" y="20688"/>
                </a:cubicBezTo>
                <a:lnTo>
                  <a:pt x="0" y="227630"/>
                </a:lnTo>
                <a:cubicBezTo>
                  <a:pt x="0" y="239056"/>
                  <a:pt x="9262" y="248318"/>
                  <a:pt x="20688" y="248318"/>
                </a:cubicBezTo>
                <a:lnTo>
                  <a:pt x="62079" y="248318"/>
                </a:lnTo>
                <a:lnTo>
                  <a:pt x="62079" y="310398"/>
                </a:lnTo>
                <a:lnTo>
                  <a:pt x="144848" y="248318"/>
                </a:lnTo>
                <a:lnTo>
                  <a:pt x="289709" y="248318"/>
                </a:lnTo>
                <a:cubicBezTo>
                  <a:pt x="301135" y="248318"/>
                  <a:pt x="310398" y="239056"/>
                  <a:pt x="310398" y="227630"/>
                </a:cubicBezTo>
                <a:lnTo>
                  <a:pt x="310398" y="20688"/>
                </a:lnTo>
                <a:cubicBezTo>
                  <a:pt x="310398" y="9262"/>
                  <a:pt x="301135" y="0"/>
                  <a:pt x="289709" y="0"/>
                </a:cubicBezTo>
                <a:close/>
                <a:moveTo>
                  <a:pt x="253487" y="153471"/>
                </a:moveTo>
                <a:lnTo>
                  <a:pt x="253487" y="153471"/>
                </a:lnTo>
                <a:moveTo>
                  <a:pt x="253487" y="153471"/>
                </a:moveTo>
                <a:cubicBezTo>
                  <a:pt x="256349" y="153471"/>
                  <a:pt x="258670" y="155792"/>
                  <a:pt x="258670" y="158654"/>
                </a:cubicBezTo>
                <a:cubicBezTo>
                  <a:pt x="258670" y="161516"/>
                  <a:pt x="256349" y="163836"/>
                  <a:pt x="253487" y="163836"/>
                </a:cubicBezTo>
                <a:cubicBezTo>
                  <a:pt x="250625" y="163836"/>
                  <a:pt x="248305" y="161516"/>
                  <a:pt x="248305" y="158654"/>
                </a:cubicBezTo>
                <a:cubicBezTo>
                  <a:pt x="248305" y="155792"/>
                  <a:pt x="250625" y="153471"/>
                  <a:pt x="253487" y="153471"/>
                </a:cubicBezTo>
                <a:moveTo>
                  <a:pt x="72430" y="79327"/>
                </a:moveTo>
                <a:lnTo>
                  <a:pt x="58624" y="162095"/>
                </a:lnTo>
                <a:moveTo>
                  <a:pt x="113808" y="79327"/>
                </a:moveTo>
                <a:lnTo>
                  <a:pt x="100015" y="162095"/>
                </a:lnTo>
                <a:moveTo>
                  <a:pt x="127614" y="100015"/>
                </a:moveTo>
                <a:lnTo>
                  <a:pt x="51728" y="100015"/>
                </a:lnTo>
                <a:moveTo>
                  <a:pt x="120704" y="141406"/>
                </a:moveTo>
                <a:lnTo>
                  <a:pt x="44832" y="141406"/>
                </a:lnTo>
                <a:moveTo>
                  <a:pt x="255215" y="118990"/>
                </a:moveTo>
                <a:lnTo>
                  <a:pt x="255215" y="70703"/>
                </a:lnTo>
              </a:path>
            </a:pathLst>
          </a:custGeom>
          <a:noFill/>
          <a:ln w="13494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95231" y="2771904"/>
            <a:ext cx="215929" cy="296903"/>
          </a:xfrm>
          <a:custGeom>
            <a:avLst/>
            <a:gdLst/>
            <a:ahLst/>
            <a:cxnLst/>
            <a:rect l="0" t="0" r="0" b="0"/>
            <a:pathLst>
              <a:path w="215929" h="296903">
                <a:moveTo>
                  <a:pt x="60730" y="114712"/>
                </a:moveTo>
                <a:lnTo>
                  <a:pt x="60730" y="47234"/>
                </a:lnTo>
                <a:cubicBezTo>
                  <a:pt x="60730" y="21147"/>
                  <a:pt x="81877" y="0"/>
                  <a:pt x="107964" y="0"/>
                </a:cubicBezTo>
                <a:cubicBezTo>
                  <a:pt x="134051" y="0"/>
                  <a:pt x="155199" y="21147"/>
                  <a:pt x="155199" y="47234"/>
                </a:cubicBezTo>
                <a:lnTo>
                  <a:pt x="155199" y="114712"/>
                </a:lnTo>
                <a:cubicBezTo>
                  <a:pt x="155199" y="140799"/>
                  <a:pt x="134051" y="161947"/>
                  <a:pt x="107964" y="161947"/>
                </a:cubicBezTo>
                <a:moveTo>
                  <a:pt x="155199" y="182190"/>
                </a:moveTo>
                <a:lnTo>
                  <a:pt x="155199" y="249668"/>
                </a:lnTo>
                <a:cubicBezTo>
                  <a:pt x="155199" y="275755"/>
                  <a:pt x="134051" y="296903"/>
                  <a:pt x="107964" y="296903"/>
                </a:cubicBezTo>
                <a:cubicBezTo>
                  <a:pt x="81877" y="296903"/>
                  <a:pt x="60730" y="275755"/>
                  <a:pt x="60730" y="249668"/>
                </a:cubicBezTo>
                <a:lnTo>
                  <a:pt x="60730" y="182190"/>
                </a:lnTo>
                <a:cubicBezTo>
                  <a:pt x="60730" y="156103"/>
                  <a:pt x="81877" y="134955"/>
                  <a:pt x="107964" y="134955"/>
                </a:cubicBezTo>
                <a:moveTo>
                  <a:pt x="12658" y="87707"/>
                </a:moveTo>
                <a:lnTo>
                  <a:pt x="30189" y="97829"/>
                </a:lnTo>
                <a:moveTo>
                  <a:pt x="0" y="134942"/>
                </a:moveTo>
                <a:lnTo>
                  <a:pt x="20243" y="134942"/>
                </a:lnTo>
                <a:moveTo>
                  <a:pt x="12658" y="182177"/>
                </a:moveTo>
                <a:lnTo>
                  <a:pt x="30189" y="172055"/>
                </a:lnTo>
                <a:moveTo>
                  <a:pt x="203270" y="182177"/>
                </a:moveTo>
                <a:lnTo>
                  <a:pt x="185739" y="172055"/>
                </a:lnTo>
                <a:moveTo>
                  <a:pt x="215929" y="134942"/>
                </a:moveTo>
                <a:lnTo>
                  <a:pt x="195686" y="134942"/>
                </a:lnTo>
                <a:moveTo>
                  <a:pt x="203270" y="87707"/>
                </a:moveTo>
                <a:lnTo>
                  <a:pt x="185739" y="97829"/>
                </a:lnTo>
              </a:path>
            </a:pathLst>
          </a:custGeom>
          <a:noFill/>
          <a:ln w="13494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4967" y="2819139"/>
            <a:ext cx="310398" cy="229425"/>
          </a:xfrm>
          <a:custGeom>
            <a:avLst/>
            <a:gdLst/>
            <a:ahLst/>
            <a:cxnLst/>
            <a:rect l="0" t="0" r="0" b="0"/>
            <a:pathLst>
              <a:path w="310398" h="229425">
                <a:moveTo>
                  <a:pt x="269911" y="53982"/>
                </a:moveTo>
                <a:cubicBezTo>
                  <a:pt x="269911" y="65162"/>
                  <a:pt x="278975" y="74225"/>
                  <a:pt x="290155" y="74225"/>
                </a:cubicBezTo>
                <a:cubicBezTo>
                  <a:pt x="301335" y="74225"/>
                  <a:pt x="310398" y="65162"/>
                  <a:pt x="310398" y="53982"/>
                </a:cubicBezTo>
                <a:cubicBezTo>
                  <a:pt x="310398" y="42802"/>
                  <a:pt x="301335" y="33738"/>
                  <a:pt x="290155" y="33738"/>
                </a:cubicBezTo>
                <a:cubicBezTo>
                  <a:pt x="278975" y="33738"/>
                  <a:pt x="269911" y="42802"/>
                  <a:pt x="269911" y="53982"/>
                </a:cubicBezTo>
                <a:close/>
                <a:moveTo>
                  <a:pt x="128208" y="13495"/>
                </a:moveTo>
                <a:cubicBezTo>
                  <a:pt x="128208" y="20949"/>
                  <a:pt x="134250" y="26991"/>
                  <a:pt x="141703" y="26991"/>
                </a:cubicBezTo>
                <a:cubicBezTo>
                  <a:pt x="149157" y="26991"/>
                  <a:pt x="155199" y="20949"/>
                  <a:pt x="155199" y="13495"/>
                </a:cubicBezTo>
                <a:cubicBezTo>
                  <a:pt x="155199" y="6042"/>
                  <a:pt x="149157" y="0"/>
                  <a:pt x="141703" y="0"/>
                </a:cubicBezTo>
                <a:cubicBezTo>
                  <a:pt x="134250" y="0"/>
                  <a:pt x="128208" y="6042"/>
                  <a:pt x="128208" y="13495"/>
                </a:cubicBezTo>
                <a:close/>
                <a:moveTo>
                  <a:pt x="249668" y="155199"/>
                </a:moveTo>
                <a:cubicBezTo>
                  <a:pt x="249668" y="162652"/>
                  <a:pt x="255710" y="168694"/>
                  <a:pt x="263164" y="168694"/>
                </a:cubicBezTo>
                <a:cubicBezTo>
                  <a:pt x="270617" y="168694"/>
                  <a:pt x="276659" y="162652"/>
                  <a:pt x="276659" y="155199"/>
                </a:cubicBezTo>
                <a:cubicBezTo>
                  <a:pt x="276659" y="147745"/>
                  <a:pt x="270617" y="141703"/>
                  <a:pt x="263164" y="141703"/>
                </a:cubicBezTo>
                <a:cubicBezTo>
                  <a:pt x="255710" y="141703"/>
                  <a:pt x="249668" y="147745"/>
                  <a:pt x="249668" y="155199"/>
                </a:cubicBezTo>
                <a:close/>
                <a:moveTo>
                  <a:pt x="0" y="168694"/>
                </a:moveTo>
                <a:cubicBezTo>
                  <a:pt x="0" y="176148"/>
                  <a:pt x="6042" y="182190"/>
                  <a:pt x="13495" y="182190"/>
                </a:cubicBezTo>
                <a:cubicBezTo>
                  <a:pt x="20949" y="182190"/>
                  <a:pt x="26991" y="176148"/>
                  <a:pt x="26991" y="168694"/>
                </a:cubicBezTo>
                <a:cubicBezTo>
                  <a:pt x="26991" y="161241"/>
                  <a:pt x="20949" y="155199"/>
                  <a:pt x="13495" y="155199"/>
                </a:cubicBezTo>
                <a:cubicBezTo>
                  <a:pt x="6042" y="155199"/>
                  <a:pt x="0" y="161241"/>
                  <a:pt x="0" y="168694"/>
                </a:cubicBezTo>
                <a:close/>
                <a:moveTo>
                  <a:pt x="94469" y="121460"/>
                </a:moveTo>
                <a:cubicBezTo>
                  <a:pt x="94469" y="128913"/>
                  <a:pt x="100511" y="134955"/>
                  <a:pt x="107964" y="134955"/>
                </a:cubicBezTo>
                <a:cubicBezTo>
                  <a:pt x="115418" y="134955"/>
                  <a:pt x="121460" y="128913"/>
                  <a:pt x="121460" y="121460"/>
                </a:cubicBezTo>
                <a:cubicBezTo>
                  <a:pt x="121460" y="114006"/>
                  <a:pt x="115418" y="107964"/>
                  <a:pt x="107964" y="107964"/>
                </a:cubicBezTo>
                <a:cubicBezTo>
                  <a:pt x="100511" y="107964"/>
                  <a:pt x="94469" y="114006"/>
                  <a:pt x="94469" y="121460"/>
                </a:cubicBezTo>
                <a:close/>
                <a:moveTo>
                  <a:pt x="128208" y="209181"/>
                </a:moveTo>
                <a:cubicBezTo>
                  <a:pt x="128208" y="220361"/>
                  <a:pt x="137271" y="229425"/>
                  <a:pt x="148451" y="229425"/>
                </a:cubicBezTo>
                <a:cubicBezTo>
                  <a:pt x="159631" y="229425"/>
                  <a:pt x="168694" y="220361"/>
                  <a:pt x="168694" y="209181"/>
                </a:cubicBezTo>
                <a:cubicBezTo>
                  <a:pt x="168694" y="198001"/>
                  <a:pt x="159631" y="188938"/>
                  <a:pt x="148451" y="188938"/>
                </a:cubicBezTo>
                <a:cubicBezTo>
                  <a:pt x="137271" y="188938"/>
                  <a:pt x="128208" y="198001"/>
                  <a:pt x="128208" y="209181"/>
                </a:cubicBezTo>
                <a:close/>
                <a:moveTo>
                  <a:pt x="141703" y="26991"/>
                </a:moveTo>
                <a:lnTo>
                  <a:pt x="150151" y="189046"/>
                </a:lnTo>
                <a:moveTo>
                  <a:pt x="121284" y="121041"/>
                </a:moveTo>
                <a:lnTo>
                  <a:pt x="270735" y="59610"/>
                </a:lnTo>
                <a:moveTo>
                  <a:pt x="24454" y="160840"/>
                </a:moveTo>
                <a:lnTo>
                  <a:pt x="98099" y="130583"/>
                </a:lnTo>
                <a:moveTo>
                  <a:pt x="155199" y="13495"/>
                </a:moveTo>
                <a:lnTo>
                  <a:pt x="270735" y="51445"/>
                </a:lnTo>
                <a:moveTo>
                  <a:pt x="286497" y="74225"/>
                </a:moveTo>
                <a:lnTo>
                  <a:pt x="271126" y="144335"/>
                </a:lnTo>
                <a:moveTo>
                  <a:pt x="130084" y="22173"/>
                </a:moveTo>
                <a:lnTo>
                  <a:pt x="17031" y="154929"/>
                </a:lnTo>
                <a:moveTo>
                  <a:pt x="25412" y="174956"/>
                </a:moveTo>
                <a:lnTo>
                  <a:pt x="129625" y="201691"/>
                </a:lnTo>
                <a:moveTo>
                  <a:pt x="168694" y="201691"/>
                </a:moveTo>
                <a:lnTo>
                  <a:pt x="252839" y="163823"/>
                </a:lnTo>
                <a:moveTo>
                  <a:pt x="152540" y="21471"/>
                </a:moveTo>
                <a:lnTo>
                  <a:pt x="252839" y="146575"/>
                </a:lnTo>
                <a:moveTo>
                  <a:pt x="135846" y="25884"/>
                </a:moveTo>
                <a:lnTo>
                  <a:pt x="113943" y="109381"/>
                </a:lnTo>
                <a:moveTo>
                  <a:pt x="114051" y="133444"/>
                </a:moveTo>
                <a:lnTo>
                  <a:pt x="140637" y="190490"/>
                </a:lnTo>
                <a:moveTo>
                  <a:pt x="161758" y="193958"/>
                </a:moveTo>
                <a:lnTo>
                  <a:pt x="276133" y="68584"/>
                </a:lnTo>
              </a:path>
            </a:pathLst>
          </a:custGeom>
          <a:noFill/>
          <a:ln w="13494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4327" y="3255495"/>
            <a:ext cx="1689352" cy="2159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300" b="1">
                <a:solidFill>
                  <a:srgbClr val="196661"/>
                </a:solidFill>
                <a:latin typeface="Funnel Display"/>
              </a:rPr>
              <a:t>Tracing difficulty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242934" y="3255500"/>
            <a:ext cx="1069181" cy="431910"/>
            <a:chOff x="7242934" y="3255500"/>
            <a:chExt cx="1069181" cy="431910"/>
          </a:xfrm>
        </p:grpSpPr>
        <p:sp>
          <p:nvSpPr>
            <p:cNvPr id="32" name="TextBox 31"/>
            <p:cNvSpPr txBox="1"/>
            <p:nvPr/>
          </p:nvSpPr>
          <p:spPr>
            <a:xfrm>
              <a:off x="7242934" y="3255500"/>
              <a:ext cx="1229558" cy="2159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196661"/>
                  </a:solidFill>
                  <a:latin typeface="Funnel Display"/>
                </a:rPr>
                <a:t>Complex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42934" y="3471431"/>
              <a:ext cx="1229558" cy="2159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196661"/>
                  </a:solidFill>
                  <a:latin typeface="Funnel Display"/>
                </a:rPr>
                <a:t>connections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558910" y="3579460"/>
            <a:ext cx="1054769" cy="431891"/>
            <a:chOff x="3558910" y="3579460"/>
            <a:chExt cx="1054769" cy="431891"/>
          </a:xfrm>
        </p:grpSpPr>
        <p:sp>
          <p:nvSpPr>
            <p:cNvPr id="35" name="TextBox 34"/>
            <p:cNvSpPr txBox="1"/>
            <p:nvPr/>
          </p:nvSpPr>
          <p:spPr>
            <a:xfrm>
              <a:off x="3400695" y="3579460"/>
              <a:ext cx="1212984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Difficulty tracing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00695" y="3723382"/>
              <a:ext cx="1212984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chains through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400695" y="3867305"/>
              <a:ext cx="1212984" cy="14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000" b="0">
                  <a:solidFill>
                    <a:srgbClr val="196661"/>
                  </a:solidFill>
                  <a:latin typeface="Funnel Display"/>
                </a:rPr>
                <a:t>Quitclaim Deeds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242934" y="3795466"/>
            <a:ext cx="1476375" cy="575832"/>
            <a:chOff x="7242934" y="3795466"/>
            <a:chExt cx="1476375" cy="575832"/>
          </a:xfrm>
        </p:grpSpPr>
        <p:sp>
          <p:nvSpPr>
            <p:cNvPr id="39" name="TextBox 38"/>
            <p:cNvSpPr txBox="1"/>
            <p:nvPr/>
          </p:nvSpPr>
          <p:spPr>
            <a:xfrm>
              <a:off x="7242934" y="3795466"/>
              <a:ext cx="1697831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Complex connections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242934" y="3939388"/>
              <a:ext cx="1697831" cy="144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required between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242934" y="4083406"/>
              <a:ext cx="1697831" cy="143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deeds, mortgages, and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242934" y="4227329"/>
              <a:ext cx="1697831" cy="1439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196661"/>
                  </a:solidFill>
                  <a:latin typeface="Funnel Display"/>
                </a:rPr>
                <a:t>liens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28975" y="371475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2686050" y="2000250"/>
                </a:moveTo>
                <a:cubicBezTo>
                  <a:pt x="2686050" y="2063372"/>
                  <a:pt x="2634872" y="2114550"/>
                  <a:pt x="2571750" y="2114550"/>
                </a:cubicBezTo>
                <a:lnTo>
                  <a:pt x="114300" y="2114550"/>
                </a:lnTo>
                <a:cubicBezTo>
                  <a:pt x="51177" y="2114550"/>
                  <a:pt x="0" y="2063372"/>
                  <a:pt x="0" y="2000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2000250"/>
                </a:lnTo>
              </a:path>
            </a:pathLst>
          </a:custGeom>
          <a:solidFill>
            <a:srgbClr val="14BAB7">
              <a:alpha val="46667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28975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86475" y="371475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2686050" y="2000250"/>
                </a:moveTo>
                <a:cubicBezTo>
                  <a:pt x="2686050" y="2063372"/>
                  <a:pt x="2634872" y="2114550"/>
                  <a:pt x="2571750" y="2114550"/>
                </a:cubicBezTo>
                <a:lnTo>
                  <a:pt x="114300" y="2114550"/>
                </a:lnTo>
                <a:cubicBezTo>
                  <a:pt x="51177" y="2114550"/>
                  <a:pt x="0" y="2063372"/>
                  <a:pt x="0" y="2000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2000250"/>
                </a:lnTo>
              </a:path>
            </a:pathLst>
          </a:custGeom>
          <a:solidFill>
            <a:srgbClr val="14BAB7">
              <a:alpha val="7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6475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28975" y="2657475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2686050" y="2000250"/>
                </a:moveTo>
                <a:cubicBezTo>
                  <a:pt x="2686050" y="2063372"/>
                  <a:pt x="2634872" y="2114550"/>
                  <a:pt x="2571750" y="2114550"/>
                </a:cubicBezTo>
                <a:lnTo>
                  <a:pt x="114300" y="2114550"/>
                </a:lnTo>
                <a:cubicBezTo>
                  <a:pt x="51177" y="2114550"/>
                  <a:pt x="0" y="2063372"/>
                  <a:pt x="0" y="2000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2571750" y="0"/>
                </a:lnTo>
                <a:cubicBezTo>
                  <a:pt x="2634872" y="0"/>
                  <a:pt x="2686050" y="51177"/>
                  <a:pt x="2686050" y="114300"/>
                </a:cubicBezTo>
                <a:lnTo>
                  <a:pt x="2686050" y="2000250"/>
                </a:ln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28975" y="2657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19475" y="561975"/>
            <a:ext cx="442912" cy="442912"/>
          </a:xfrm>
          <a:custGeom>
            <a:avLst/>
            <a:gdLst/>
            <a:ahLst/>
            <a:cxnLst/>
            <a:rect l="0" t="0" r="0" b="0"/>
            <a:pathLst>
              <a:path w="442912" h="442912">
                <a:moveTo>
                  <a:pt x="328612" y="71437"/>
                </a:moveTo>
                <a:cubicBezTo>
                  <a:pt x="328612" y="82867"/>
                  <a:pt x="320992" y="90487"/>
                  <a:pt x="309562" y="90487"/>
                </a:cubicBezTo>
                <a:lnTo>
                  <a:pt x="271462" y="90487"/>
                </a:lnTo>
                <a:cubicBezTo>
                  <a:pt x="260032" y="90487"/>
                  <a:pt x="252412" y="82867"/>
                  <a:pt x="252412" y="71437"/>
                </a:cubicBezTo>
                <a:lnTo>
                  <a:pt x="252412" y="33337"/>
                </a:lnTo>
                <a:cubicBezTo>
                  <a:pt x="252412" y="21907"/>
                  <a:pt x="260032" y="14287"/>
                  <a:pt x="271462" y="14287"/>
                </a:cubicBezTo>
                <a:lnTo>
                  <a:pt x="309562" y="14287"/>
                </a:lnTo>
                <a:cubicBezTo>
                  <a:pt x="320992" y="14287"/>
                  <a:pt x="328612" y="21907"/>
                  <a:pt x="328612" y="33337"/>
                </a:cubicBezTo>
                <a:close/>
                <a:moveTo>
                  <a:pt x="442912" y="181928"/>
                </a:moveTo>
                <a:cubicBezTo>
                  <a:pt x="442912" y="193357"/>
                  <a:pt x="435292" y="200977"/>
                  <a:pt x="423862" y="200977"/>
                </a:cubicBezTo>
                <a:lnTo>
                  <a:pt x="385762" y="200977"/>
                </a:lnTo>
                <a:cubicBezTo>
                  <a:pt x="374332" y="200977"/>
                  <a:pt x="366712" y="193357"/>
                  <a:pt x="366712" y="181928"/>
                </a:cubicBezTo>
                <a:lnTo>
                  <a:pt x="366712" y="143828"/>
                </a:lnTo>
                <a:cubicBezTo>
                  <a:pt x="366712" y="132398"/>
                  <a:pt x="374332" y="124778"/>
                  <a:pt x="385762" y="124778"/>
                </a:cubicBezTo>
                <a:lnTo>
                  <a:pt x="423862" y="124778"/>
                </a:lnTo>
                <a:cubicBezTo>
                  <a:pt x="435292" y="124778"/>
                  <a:pt x="442912" y="132398"/>
                  <a:pt x="442912" y="143828"/>
                </a:cubicBezTo>
                <a:close/>
                <a:moveTo>
                  <a:pt x="442912" y="315277"/>
                </a:moveTo>
                <a:cubicBezTo>
                  <a:pt x="442912" y="326707"/>
                  <a:pt x="435292" y="334327"/>
                  <a:pt x="423862" y="334327"/>
                </a:cubicBezTo>
                <a:lnTo>
                  <a:pt x="385762" y="334327"/>
                </a:lnTo>
                <a:cubicBezTo>
                  <a:pt x="374332" y="334327"/>
                  <a:pt x="366712" y="326707"/>
                  <a:pt x="366712" y="315277"/>
                </a:cubicBezTo>
                <a:lnTo>
                  <a:pt x="366712" y="277177"/>
                </a:lnTo>
                <a:cubicBezTo>
                  <a:pt x="366712" y="265747"/>
                  <a:pt x="374332" y="258127"/>
                  <a:pt x="385762" y="258127"/>
                </a:cubicBezTo>
                <a:lnTo>
                  <a:pt x="423862" y="258127"/>
                </a:lnTo>
                <a:cubicBezTo>
                  <a:pt x="435292" y="258127"/>
                  <a:pt x="442912" y="265747"/>
                  <a:pt x="442912" y="277177"/>
                </a:cubicBezTo>
                <a:close/>
                <a:moveTo>
                  <a:pt x="328612" y="423862"/>
                </a:moveTo>
                <a:cubicBezTo>
                  <a:pt x="328612" y="435292"/>
                  <a:pt x="320992" y="442912"/>
                  <a:pt x="309562" y="442912"/>
                </a:cubicBezTo>
                <a:lnTo>
                  <a:pt x="271462" y="442912"/>
                </a:lnTo>
                <a:cubicBezTo>
                  <a:pt x="260032" y="442912"/>
                  <a:pt x="252412" y="435292"/>
                  <a:pt x="252412" y="423862"/>
                </a:cubicBezTo>
                <a:lnTo>
                  <a:pt x="252412" y="385762"/>
                </a:lnTo>
                <a:cubicBezTo>
                  <a:pt x="252412" y="374332"/>
                  <a:pt x="260032" y="366712"/>
                  <a:pt x="271462" y="366712"/>
                </a:cubicBezTo>
                <a:lnTo>
                  <a:pt x="309562" y="366712"/>
                </a:lnTo>
                <a:cubicBezTo>
                  <a:pt x="320992" y="366712"/>
                  <a:pt x="328612" y="374332"/>
                  <a:pt x="328612" y="385762"/>
                </a:cubicBezTo>
                <a:close/>
                <a:moveTo>
                  <a:pt x="366710" y="162878"/>
                </a:moveTo>
                <a:lnTo>
                  <a:pt x="189546" y="233362"/>
                </a:lnTo>
                <a:lnTo>
                  <a:pt x="258291" y="85873"/>
                </a:lnTo>
                <a:moveTo>
                  <a:pt x="0" y="0"/>
                </a:moveTo>
                <a:moveTo>
                  <a:pt x="366710" y="296227"/>
                </a:moveTo>
                <a:lnTo>
                  <a:pt x="189546" y="233362"/>
                </a:lnTo>
                <a:lnTo>
                  <a:pt x="257769" y="371846"/>
                </a:lnTo>
                <a:moveTo>
                  <a:pt x="0" y="0"/>
                </a:moveTo>
                <a:moveTo>
                  <a:pt x="325128" y="83194"/>
                </a:moveTo>
                <a:lnTo>
                  <a:pt x="371936" y="130001"/>
                </a:lnTo>
                <a:moveTo>
                  <a:pt x="404812" y="200977"/>
                </a:moveTo>
                <a:lnTo>
                  <a:pt x="404812" y="258127"/>
                </a:lnTo>
                <a:moveTo>
                  <a:pt x="0" y="0"/>
                </a:moveTo>
                <a:moveTo>
                  <a:pt x="325143" y="373989"/>
                </a:moveTo>
                <a:lnTo>
                  <a:pt x="371055" y="328077"/>
                </a:lnTo>
                <a:moveTo>
                  <a:pt x="100012" y="164782"/>
                </a:moveTo>
                <a:cubicBezTo>
                  <a:pt x="147357" y="164782"/>
                  <a:pt x="185737" y="151989"/>
                  <a:pt x="185737" y="136207"/>
                </a:cubicBezTo>
                <a:cubicBezTo>
                  <a:pt x="185737" y="120426"/>
                  <a:pt x="147357" y="107632"/>
                  <a:pt x="100012" y="107632"/>
                </a:cubicBezTo>
                <a:cubicBezTo>
                  <a:pt x="52667" y="107632"/>
                  <a:pt x="14287" y="120426"/>
                  <a:pt x="14287" y="136207"/>
                </a:cubicBezTo>
                <a:cubicBezTo>
                  <a:pt x="14287" y="151989"/>
                  <a:pt x="52667" y="164782"/>
                  <a:pt x="100012" y="164782"/>
                </a:cubicBezTo>
                <a:close/>
                <a:moveTo>
                  <a:pt x="185737" y="164782"/>
                </a:moveTo>
                <a:lnTo>
                  <a:pt x="185737" y="250507"/>
                </a:lnTo>
                <a:cubicBezTo>
                  <a:pt x="185737" y="265747"/>
                  <a:pt x="147637" y="279082"/>
                  <a:pt x="100012" y="279082"/>
                </a:cubicBezTo>
                <a:cubicBezTo>
                  <a:pt x="52387" y="279082"/>
                  <a:pt x="14287" y="265747"/>
                  <a:pt x="14287" y="250507"/>
                </a:cubicBezTo>
                <a:lnTo>
                  <a:pt x="14287" y="164782"/>
                </a:lnTo>
                <a:moveTo>
                  <a:pt x="185737" y="136707"/>
                </a:moveTo>
                <a:lnTo>
                  <a:pt x="185737" y="193357"/>
                </a:lnTo>
                <a:cubicBezTo>
                  <a:pt x="185737" y="208597"/>
                  <a:pt x="147637" y="221932"/>
                  <a:pt x="100012" y="221932"/>
                </a:cubicBezTo>
                <a:cubicBezTo>
                  <a:pt x="52387" y="221932"/>
                  <a:pt x="14287" y="208597"/>
                  <a:pt x="14287" y="193357"/>
                </a:cubicBezTo>
                <a:lnTo>
                  <a:pt x="14287" y="136707"/>
                </a:lnTo>
                <a:moveTo>
                  <a:pt x="185737" y="221932"/>
                </a:moveTo>
                <a:lnTo>
                  <a:pt x="185737" y="307657"/>
                </a:lnTo>
                <a:cubicBezTo>
                  <a:pt x="185737" y="322897"/>
                  <a:pt x="147637" y="336232"/>
                  <a:pt x="100012" y="336232"/>
                </a:cubicBezTo>
                <a:cubicBezTo>
                  <a:pt x="52387" y="336232"/>
                  <a:pt x="14287" y="322897"/>
                  <a:pt x="14287" y="307657"/>
                </a:cubicBezTo>
                <a:lnTo>
                  <a:pt x="14287" y="221932"/>
                </a:lnTo>
              </a:path>
            </a:pathLst>
          </a:custGeom>
          <a:noFill/>
          <a:ln w="142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6975" y="561975"/>
            <a:ext cx="442912" cy="441960"/>
          </a:xfrm>
          <a:custGeom>
            <a:avLst/>
            <a:gdLst/>
            <a:ahLst/>
            <a:cxnLst/>
            <a:rect l="0" t="0" r="0" b="0"/>
            <a:pathLst>
              <a:path w="442912" h="441960">
                <a:moveTo>
                  <a:pt x="0" y="0"/>
                </a:moveTo>
                <a:moveTo>
                  <a:pt x="442912" y="106680"/>
                </a:moveTo>
                <a:lnTo>
                  <a:pt x="347662" y="129539"/>
                </a:lnTo>
                <a:cubicBezTo>
                  <a:pt x="343852" y="131444"/>
                  <a:pt x="338137" y="127635"/>
                  <a:pt x="334327" y="123825"/>
                </a:cubicBezTo>
                <a:cubicBezTo>
                  <a:pt x="330517" y="120014"/>
                  <a:pt x="328612" y="114300"/>
                  <a:pt x="328612" y="110489"/>
                </a:cubicBezTo>
                <a:lnTo>
                  <a:pt x="351472" y="15240"/>
                </a:lnTo>
                <a:moveTo>
                  <a:pt x="378142" y="171450"/>
                </a:moveTo>
                <a:cubicBezTo>
                  <a:pt x="376237" y="182880"/>
                  <a:pt x="366712" y="190500"/>
                  <a:pt x="357187" y="194310"/>
                </a:cubicBezTo>
                <a:lnTo>
                  <a:pt x="261937" y="217169"/>
                </a:lnTo>
                <a:cubicBezTo>
                  <a:pt x="258127" y="219075"/>
                  <a:pt x="252412" y="215264"/>
                  <a:pt x="248602" y="211455"/>
                </a:cubicBezTo>
                <a:cubicBezTo>
                  <a:pt x="244792" y="207644"/>
                  <a:pt x="242887" y="201930"/>
                  <a:pt x="242887" y="198119"/>
                </a:cubicBezTo>
                <a:lnTo>
                  <a:pt x="265747" y="102869"/>
                </a:lnTo>
                <a:cubicBezTo>
                  <a:pt x="267652" y="91439"/>
                  <a:pt x="277177" y="83820"/>
                  <a:pt x="286702" y="81915"/>
                </a:cubicBezTo>
                <a:lnTo>
                  <a:pt x="381952" y="59055"/>
                </a:lnTo>
                <a:cubicBezTo>
                  <a:pt x="385762" y="57150"/>
                  <a:pt x="391477" y="60960"/>
                  <a:pt x="395287" y="64769"/>
                </a:cubicBezTo>
                <a:cubicBezTo>
                  <a:pt x="399097" y="68580"/>
                  <a:pt x="401002" y="74294"/>
                  <a:pt x="401002" y="78105"/>
                </a:cubicBezTo>
                <a:cubicBezTo>
                  <a:pt x="395287" y="104775"/>
                  <a:pt x="383857" y="148589"/>
                  <a:pt x="378142" y="171450"/>
                </a:cubicBezTo>
                <a:close/>
                <a:moveTo>
                  <a:pt x="288607" y="262889"/>
                </a:moveTo>
                <a:cubicBezTo>
                  <a:pt x="286702" y="274319"/>
                  <a:pt x="277177" y="281939"/>
                  <a:pt x="267652" y="285750"/>
                </a:cubicBezTo>
                <a:lnTo>
                  <a:pt x="172402" y="308610"/>
                </a:lnTo>
                <a:cubicBezTo>
                  <a:pt x="168592" y="310514"/>
                  <a:pt x="162877" y="306705"/>
                  <a:pt x="159067" y="302894"/>
                </a:cubicBezTo>
                <a:cubicBezTo>
                  <a:pt x="155257" y="299085"/>
                  <a:pt x="153352" y="293369"/>
                  <a:pt x="153352" y="289560"/>
                </a:cubicBezTo>
                <a:lnTo>
                  <a:pt x="176212" y="194310"/>
                </a:lnTo>
                <a:cubicBezTo>
                  <a:pt x="178117" y="182880"/>
                  <a:pt x="187642" y="175260"/>
                  <a:pt x="197167" y="173355"/>
                </a:cubicBezTo>
                <a:lnTo>
                  <a:pt x="292417" y="150494"/>
                </a:lnTo>
                <a:cubicBezTo>
                  <a:pt x="296227" y="148589"/>
                  <a:pt x="301942" y="152400"/>
                  <a:pt x="305752" y="156210"/>
                </a:cubicBezTo>
                <a:cubicBezTo>
                  <a:pt x="309562" y="160019"/>
                  <a:pt x="311467" y="165735"/>
                  <a:pt x="311467" y="169544"/>
                </a:cubicBezTo>
                <a:cubicBezTo>
                  <a:pt x="303847" y="196214"/>
                  <a:pt x="292417" y="240030"/>
                  <a:pt x="288607" y="262889"/>
                </a:cubicBezTo>
                <a:close/>
                <a:moveTo>
                  <a:pt x="200977" y="350519"/>
                </a:moveTo>
                <a:cubicBezTo>
                  <a:pt x="199072" y="361950"/>
                  <a:pt x="189547" y="369569"/>
                  <a:pt x="180022" y="373380"/>
                </a:cubicBezTo>
                <a:lnTo>
                  <a:pt x="84772" y="396239"/>
                </a:lnTo>
                <a:cubicBezTo>
                  <a:pt x="80962" y="398144"/>
                  <a:pt x="75247" y="394335"/>
                  <a:pt x="71437" y="390525"/>
                </a:cubicBezTo>
                <a:cubicBezTo>
                  <a:pt x="67627" y="386714"/>
                  <a:pt x="65722" y="381000"/>
                  <a:pt x="65722" y="377189"/>
                </a:cubicBezTo>
                <a:lnTo>
                  <a:pt x="88582" y="281939"/>
                </a:lnTo>
                <a:cubicBezTo>
                  <a:pt x="90487" y="270510"/>
                  <a:pt x="100012" y="262889"/>
                  <a:pt x="109537" y="260985"/>
                </a:cubicBezTo>
                <a:lnTo>
                  <a:pt x="204787" y="238125"/>
                </a:lnTo>
                <a:cubicBezTo>
                  <a:pt x="208597" y="236219"/>
                  <a:pt x="214312" y="240030"/>
                  <a:pt x="218122" y="243839"/>
                </a:cubicBezTo>
                <a:cubicBezTo>
                  <a:pt x="221932" y="247650"/>
                  <a:pt x="223837" y="253364"/>
                  <a:pt x="223837" y="257175"/>
                </a:cubicBezTo>
                <a:cubicBezTo>
                  <a:pt x="216217" y="281939"/>
                  <a:pt x="206692" y="325755"/>
                  <a:pt x="200977" y="350519"/>
                </a:cubicBezTo>
                <a:close/>
                <a:moveTo>
                  <a:pt x="0" y="0"/>
                </a:moveTo>
                <a:moveTo>
                  <a:pt x="14287" y="350519"/>
                </a:moveTo>
                <a:lnTo>
                  <a:pt x="109537" y="327660"/>
                </a:lnTo>
                <a:cubicBezTo>
                  <a:pt x="113347" y="325755"/>
                  <a:pt x="119062" y="329564"/>
                  <a:pt x="122872" y="333375"/>
                </a:cubicBezTo>
                <a:cubicBezTo>
                  <a:pt x="126682" y="337185"/>
                  <a:pt x="128587" y="342900"/>
                  <a:pt x="128587" y="346710"/>
                </a:cubicBezTo>
                <a:cubicBezTo>
                  <a:pt x="122872" y="375285"/>
                  <a:pt x="111442" y="417194"/>
                  <a:pt x="105727" y="441960"/>
                </a:cubicBezTo>
              </a:path>
            </a:pathLst>
          </a:custGeom>
          <a:noFill/>
          <a:ln w="142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390525" y="371475"/>
            <a:ext cx="2415778" cy="1200149"/>
            <a:chOff x="390525" y="371475"/>
            <a:chExt cx="2415778" cy="1200149"/>
          </a:xfrm>
        </p:grpSpPr>
        <p:sp>
          <p:nvSpPr>
            <p:cNvPr id="10" name="TextBox 9"/>
            <p:cNvSpPr txBox="1"/>
            <p:nvPr/>
          </p:nvSpPr>
          <p:spPr>
            <a:xfrm>
              <a:off x="390525" y="371475"/>
              <a:ext cx="2778144" cy="400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End-to-End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771524"/>
              <a:ext cx="2778144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Automation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0525" y="1171574"/>
              <a:ext cx="2778144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Flow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438525" y="1190625"/>
            <a:ext cx="1445072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96661"/>
                </a:solidFill>
                <a:latin typeface="Funnel Display"/>
              </a:rPr>
              <a:t>Property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6025" y="1190625"/>
            <a:ext cx="1067442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96661"/>
                </a:solidFill>
                <a:latin typeface="Funnel Display"/>
              </a:rPr>
              <a:t>Chain of title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438525" y="1466850"/>
            <a:ext cx="2266950" cy="304761"/>
            <a:chOff x="3438525" y="1466850"/>
            <a:chExt cx="2266950" cy="304761"/>
          </a:xfrm>
        </p:grpSpPr>
        <p:sp>
          <p:nvSpPr>
            <p:cNvPr id="16" name="TextBox 15"/>
            <p:cNvSpPr txBox="1"/>
            <p:nvPr/>
          </p:nvSpPr>
          <p:spPr>
            <a:xfrm>
              <a:off x="3438525" y="1466850"/>
              <a:ext cx="260699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The system connects authorized property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38525" y="1619250"/>
              <a:ext cx="2606992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sources.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296025" y="1466850"/>
            <a:ext cx="2169937" cy="1523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196661"/>
                </a:solidFill>
                <a:latin typeface="Funnel Display"/>
              </a:rPr>
              <a:t>The system builds the chain of title.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9475" y="2847975"/>
            <a:ext cx="447675" cy="447675"/>
          </a:xfrm>
          <a:custGeom>
            <a:avLst/>
            <a:gdLst/>
            <a:ahLst/>
            <a:cxnLst/>
            <a:rect l="0" t="0" r="0" b="0"/>
            <a:pathLst>
              <a:path w="447675" h="447675">
                <a:moveTo>
                  <a:pt x="0" y="0"/>
                </a:moveTo>
                <a:moveTo>
                  <a:pt x="295275" y="104775"/>
                </a:moveTo>
                <a:lnTo>
                  <a:pt x="317258" y="129540"/>
                </a:lnTo>
                <a:cubicBezTo>
                  <a:pt x="318914" y="131753"/>
                  <a:pt x="321448" y="133137"/>
                  <a:pt x="324205" y="133335"/>
                </a:cubicBezTo>
                <a:cubicBezTo>
                  <a:pt x="326962" y="133532"/>
                  <a:pt x="329668" y="132523"/>
                  <a:pt x="331622" y="130568"/>
                </a:cubicBezTo>
                <a:lnTo>
                  <a:pt x="390525" y="76200"/>
                </a:lnTo>
                <a:moveTo>
                  <a:pt x="295275" y="219075"/>
                </a:moveTo>
                <a:lnTo>
                  <a:pt x="317258" y="243839"/>
                </a:lnTo>
                <a:cubicBezTo>
                  <a:pt x="318914" y="246053"/>
                  <a:pt x="321448" y="247437"/>
                  <a:pt x="324205" y="247635"/>
                </a:cubicBezTo>
                <a:cubicBezTo>
                  <a:pt x="326962" y="247832"/>
                  <a:pt x="329668" y="246823"/>
                  <a:pt x="331622" y="244868"/>
                </a:cubicBezTo>
                <a:lnTo>
                  <a:pt x="390525" y="190500"/>
                </a:lnTo>
                <a:moveTo>
                  <a:pt x="447675" y="325488"/>
                </a:moveTo>
                <a:cubicBezTo>
                  <a:pt x="447673" y="330540"/>
                  <a:pt x="445666" y="335384"/>
                  <a:pt x="442093" y="338956"/>
                </a:cubicBezTo>
                <a:lnTo>
                  <a:pt x="338956" y="442093"/>
                </a:lnTo>
                <a:cubicBezTo>
                  <a:pt x="335384" y="445666"/>
                  <a:pt x="330540" y="447673"/>
                  <a:pt x="325488" y="447675"/>
                </a:cubicBezTo>
                <a:lnTo>
                  <a:pt x="28575" y="447675"/>
                </a:lnTo>
                <a:cubicBezTo>
                  <a:pt x="18053" y="447675"/>
                  <a:pt x="9525" y="439146"/>
                  <a:pt x="9525" y="428625"/>
                </a:cubicBezTo>
                <a:lnTo>
                  <a:pt x="9525" y="28575"/>
                </a:lnTo>
                <a:cubicBezTo>
                  <a:pt x="9525" y="18053"/>
                  <a:pt x="18053" y="9525"/>
                  <a:pt x="28575" y="9525"/>
                </a:cubicBezTo>
                <a:lnTo>
                  <a:pt x="428625" y="9525"/>
                </a:lnTo>
                <a:cubicBezTo>
                  <a:pt x="439146" y="9525"/>
                  <a:pt x="447675" y="18053"/>
                  <a:pt x="447675" y="28575"/>
                </a:cubicBezTo>
                <a:close/>
                <a:moveTo>
                  <a:pt x="333375" y="445960"/>
                </a:moveTo>
                <a:lnTo>
                  <a:pt x="333375" y="352425"/>
                </a:lnTo>
                <a:cubicBezTo>
                  <a:pt x="333375" y="341903"/>
                  <a:pt x="341903" y="333375"/>
                  <a:pt x="352425" y="333375"/>
                </a:cubicBezTo>
                <a:lnTo>
                  <a:pt x="445960" y="333375"/>
                </a:lnTo>
                <a:moveTo>
                  <a:pt x="66675" y="314325"/>
                </a:moveTo>
                <a:lnTo>
                  <a:pt x="219075" y="314325"/>
                </a:lnTo>
                <a:moveTo>
                  <a:pt x="66675" y="371475"/>
                </a:moveTo>
                <a:lnTo>
                  <a:pt x="219075" y="371475"/>
                </a:lnTo>
                <a:moveTo>
                  <a:pt x="161925" y="257175"/>
                </a:moveTo>
                <a:lnTo>
                  <a:pt x="161925" y="114300"/>
                </a:lnTo>
                <a:lnTo>
                  <a:pt x="80467" y="73571"/>
                </a:lnTo>
                <a:cubicBezTo>
                  <a:pt x="77514" y="72091"/>
                  <a:pt x="74006" y="72247"/>
                  <a:pt x="71196" y="73982"/>
                </a:cubicBezTo>
                <a:cubicBezTo>
                  <a:pt x="68385" y="75717"/>
                  <a:pt x="66675" y="78783"/>
                  <a:pt x="66675" y="82086"/>
                </a:cubicBezTo>
                <a:lnTo>
                  <a:pt x="66675" y="247650"/>
                </a:lnTo>
                <a:cubicBezTo>
                  <a:pt x="66675" y="252910"/>
                  <a:pt x="70939" y="257175"/>
                  <a:pt x="76200" y="257175"/>
                </a:cubicBezTo>
                <a:close/>
                <a:moveTo>
                  <a:pt x="161925" y="257175"/>
                </a:moveTo>
                <a:lnTo>
                  <a:pt x="228600" y="257175"/>
                </a:lnTo>
                <a:cubicBezTo>
                  <a:pt x="233860" y="257175"/>
                  <a:pt x="238125" y="252910"/>
                  <a:pt x="238125" y="247650"/>
                </a:cubicBezTo>
                <a:lnTo>
                  <a:pt x="238125" y="152400"/>
                </a:lnTo>
                <a:cubicBezTo>
                  <a:pt x="238125" y="147139"/>
                  <a:pt x="233860" y="142875"/>
                  <a:pt x="228600" y="142875"/>
                </a:cubicBezTo>
                <a:lnTo>
                  <a:pt x="161925" y="142875"/>
                </a:lnTo>
                <a:moveTo>
                  <a:pt x="66675" y="142875"/>
                </a:moveTo>
                <a:lnTo>
                  <a:pt x="114300" y="142875"/>
                </a:lnTo>
                <a:moveTo>
                  <a:pt x="66675" y="180975"/>
                </a:moveTo>
                <a:lnTo>
                  <a:pt x="114300" y="180975"/>
                </a:lnTo>
                <a:moveTo>
                  <a:pt x="161925" y="114300"/>
                </a:moveTo>
                <a:lnTo>
                  <a:pt x="161925" y="66675"/>
                </a:lnTo>
                <a:moveTo>
                  <a:pt x="219075" y="142875"/>
                </a:moveTo>
                <a:lnTo>
                  <a:pt x="219075" y="95250"/>
                </a:lnTo>
                <a:moveTo>
                  <a:pt x="161925" y="180975"/>
                </a:moveTo>
                <a:lnTo>
                  <a:pt x="190500" y="180975"/>
                </a:lnTo>
                <a:moveTo>
                  <a:pt x="161925" y="219075"/>
                </a:moveTo>
                <a:lnTo>
                  <a:pt x="190500" y="219075"/>
                </a:lnTo>
              </a:path>
            </a:pathLst>
          </a:custGeom>
          <a:noFill/>
          <a:ln w="142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525" y="3476625"/>
            <a:ext cx="1263109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96661"/>
                </a:solidFill>
                <a:latin typeface="Funnel Display"/>
              </a:rPr>
              <a:t>Rule validation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3438525" y="3752850"/>
            <a:ext cx="2157050" cy="457161"/>
            <a:chOff x="3438525" y="3752850"/>
            <a:chExt cx="2157050" cy="457161"/>
          </a:xfrm>
        </p:grpSpPr>
        <p:sp>
          <p:nvSpPr>
            <p:cNvPr id="22" name="TextBox 21"/>
            <p:cNvSpPr txBox="1"/>
            <p:nvPr/>
          </p:nvSpPr>
          <p:spPr>
            <a:xfrm>
              <a:off x="3438525" y="3752850"/>
              <a:ext cx="24806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The system validates rules to produce 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38525" y="3905250"/>
              <a:ext cx="248060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structured property report for human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438525" y="4057650"/>
              <a:ext cx="2480607" cy="1523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review.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90525" y="4086225"/>
            <a:ext cx="2267073" cy="685800"/>
            <a:chOff x="390525" y="4086225"/>
            <a:chExt cx="2267073" cy="685800"/>
          </a:xfrm>
        </p:grpSpPr>
        <p:sp>
          <p:nvSpPr>
            <p:cNvPr id="26" name="TextBox 25"/>
            <p:cNvSpPr txBox="1"/>
            <p:nvPr/>
          </p:nvSpPr>
          <p:spPr>
            <a:xfrm>
              <a:off x="390525" y="4086225"/>
              <a:ext cx="26071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A streamlined process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525" y="4314825"/>
              <a:ext cx="26071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from property input to 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90525" y="4543425"/>
              <a:ext cx="26071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typing-ready report.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Group 5"/>
          <p:cNvGrpSpPr/>
          <p:nvPr/>
        </p:nvGrpSpPr>
        <p:grpSpPr>
          <a:xfrm>
            <a:off x="2303804" y="2432543"/>
            <a:ext cx="1061732" cy="736787"/>
            <a:chOff x="2303804" y="2432543"/>
            <a:chExt cx="1061732" cy="736787"/>
          </a:xfrm>
        </p:grpSpPr>
        <p:sp>
          <p:nvSpPr>
            <p:cNvPr id="2" name="Rounded Rectangle 1"/>
            <p:cNvSpPr/>
            <p:nvPr/>
          </p:nvSpPr>
          <p:spPr>
            <a:xfrm>
              <a:off x="2412447" y="2699443"/>
              <a:ext cx="845277" cy="414451"/>
            </a:xfrm>
            <a:custGeom>
              <a:avLst/>
              <a:gdLst/>
              <a:ahLst/>
              <a:cxnLst/>
              <a:rect l="0" t="0" r="0" b="0"/>
              <a:pathLst>
                <a:path w="845277" h="414451">
                  <a:moveTo>
                    <a:pt x="75990" y="117290"/>
                  </a:moveTo>
                  <a:cubicBezTo>
                    <a:pt x="68256" y="110775"/>
                    <a:pt x="64017" y="107203"/>
                    <a:pt x="59769" y="103622"/>
                  </a:cubicBezTo>
                  <a:cubicBezTo>
                    <a:pt x="55530" y="100050"/>
                    <a:pt x="51292" y="96478"/>
                    <a:pt x="43576" y="89982"/>
                  </a:cubicBezTo>
                  <a:lnTo>
                    <a:pt x="42767" y="140274"/>
                  </a:lnTo>
                  <a:lnTo>
                    <a:pt x="75990" y="117290"/>
                  </a:lnTo>
                  <a:moveTo>
                    <a:pt x="7372" y="36404"/>
                  </a:moveTo>
                  <a:lnTo>
                    <a:pt x="3686" y="20640"/>
                  </a:lnTo>
                  <a:lnTo>
                    <a:pt x="0" y="4867"/>
                  </a:lnTo>
                  <a:lnTo>
                    <a:pt x="0" y="38547"/>
                  </a:lnTo>
                  <a:lnTo>
                    <a:pt x="7372" y="36404"/>
                  </a:lnTo>
                  <a:moveTo>
                    <a:pt x="845277" y="0"/>
                  </a:moveTo>
                  <a:lnTo>
                    <a:pt x="842314" y="15811"/>
                  </a:lnTo>
                  <a:cubicBezTo>
                    <a:pt x="841543" y="19945"/>
                    <a:pt x="840771" y="24088"/>
                    <a:pt x="839362" y="31622"/>
                  </a:cubicBezTo>
                  <a:lnTo>
                    <a:pt x="845277" y="33242"/>
                  </a:lnTo>
                  <a:lnTo>
                    <a:pt x="845277" y="0"/>
                  </a:lnTo>
                  <a:moveTo>
                    <a:pt x="683780" y="370227"/>
                  </a:moveTo>
                  <a:lnTo>
                    <a:pt x="699744" y="364293"/>
                  </a:lnTo>
                  <a:lnTo>
                    <a:pt x="699744" y="155724"/>
                  </a:lnTo>
                  <a:lnTo>
                    <a:pt x="683780" y="161667"/>
                  </a:lnTo>
                  <a:lnTo>
                    <a:pt x="682504" y="161667"/>
                  </a:lnTo>
                  <a:cubicBezTo>
                    <a:pt x="671998" y="166049"/>
                    <a:pt x="665711" y="168382"/>
                    <a:pt x="648757" y="174688"/>
                  </a:cubicBezTo>
                  <a:lnTo>
                    <a:pt x="674598" y="229904"/>
                  </a:lnTo>
                  <a:lnTo>
                    <a:pt x="674598" y="373646"/>
                  </a:lnTo>
                  <a:lnTo>
                    <a:pt x="683780" y="370227"/>
                  </a:lnTo>
                  <a:moveTo>
                    <a:pt x="514978" y="410317"/>
                  </a:moveTo>
                  <a:cubicBezTo>
                    <a:pt x="523074" y="409413"/>
                    <a:pt x="531180" y="408498"/>
                    <a:pt x="545915" y="406850"/>
                  </a:cubicBezTo>
                  <a:lnTo>
                    <a:pt x="545915" y="198281"/>
                  </a:lnTo>
                  <a:cubicBezTo>
                    <a:pt x="536924" y="199291"/>
                    <a:pt x="530399" y="200025"/>
                    <a:pt x="524846" y="200644"/>
                  </a:cubicBezTo>
                  <a:lnTo>
                    <a:pt x="514911" y="201758"/>
                  </a:lnTo>
                  <a:cubicBezTo>
                    <a:pt x="506796" y="202672"/>
                    <a:pt x="498681" y="203587"/>
                    <a:pt x="483898" y="205244"/>
                  </a:cubicBezTo>
                  <a:lnTo>
                    <a:pt x="483898" y="413804"/>
                  </a:lnTo>
                  <a:cubicBezTo>
                    <a:pt x="498681" y="412146"/>
                    <a:pt x="506796" y="411241"/>
                    <a:pt x="514911" y="410327"/>
                  </a:cubicBezTo>
                  <a:moveTo>
                    <a:pt x="339594" y="411327"/>
                  </a:moveTo>
                  <a:lnTo>
                    <a:pt x="370751" y="414451"/>
                  </a:lnTo>
                  <a:lnTo>
                    <a:pt x="370751" y="205892"/>
                  </a:lnTo>
                  <a:lnTo>
                    <a:pt x="339594" y="202768"/>
                  </a:lnTo>
                  <a:lnTo>
                    <a:pt x="308438" y="199643"/>
                  </a:lnTo>
                  <a:lnTo>
                    <a:pt x="308438" y="408212"/>
                  </a:lnTo>
                  <a:lnTo>
                    <a:pt x="339594" y="411327"/>
                  </a:lnTo>
                  <a:moveTo>
                    <a:pt x="152685" y="367436"/>
                  </a:moveTo>
                  <a:lnTo>
                    <a:pt x="178603" y="376628"/>
                  </a:lnTo>
                  <a:lnTo>
                    <a:pt x="181241" y="377561"/>
                  </a:lnTo>
                  <a:lnTo>
                    <a:pt x="181241" y="232743"/>
                  </a:lnTo>
                  <a:lnTo>
                    <a:pt x="204530" y="177241"/>
                  </a:lnTo>
                  <a:lnTo>
                    <a:pt x="178603" y="168059"/>
                  </a:lnTo>
                  <a:lnTo>
                    <a:pt x="152685" y="158877"/>
                  </a:lnTo>
                  <a:lnTo>
                    <a:pt x="152685" y="367436"/>
                  </a:lnTo>
                  <a:moveTo>
                    <a:pt x="790051" y="99450"/>
                  </a:moveTo>
                  <a:cubicBezTo>
                    <a:pt x="794137" y="95821"/>
                    <a:pt x="798214" y="92202"/>
                    <a:pt x="805643" y="85591"/>
                  </a:cubicBezTo>
                  <a:lnTo>
                    <a:pt x="805643" y="133807"/>
                  </a:lnTo>
                  <a:lnTo>
                    <a:pt x="774496" y="113271"/>
                  </a:lnTo>
                  <a:cubicBezTo>
                    <a:pt x="781907" y="106689"/>
                    <a:pt x="785983" y="103060"/>
                    <a:pt x="790051" y="99450"/>
                  </a:cubicBezTo>
                  <a:moveTo>
                    <a:pt x="7372" y="36404"/>
                  </a:moveTo>
                  <a:cubicBezTo>
                    <a:pt x="5610" y="28889"/>
                    <a:pt x="4648" y="24764"/>
                    <a:pt x="3686" y="20640"/>
                  </a:cubicBezTo>
                  <a:cubicBezTo>
                    <a:pt x="2714" y="16506"/>
                    <a:pt x="1752" y="12382"/>
                    <a:pt x="0" y="4867"/>
                  </a:cubicBezTo>
                  <a:lnTo>
                    <a:pt x="7372" y="36404"/>
                  </a:lnTo>
                </a:path>
              </a:pathLst>
            </a:custGeom>
            <a:solidFill>
              <a:srgbClr val="14BAB7">
                <a:alpha val="4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321626" y="2758412"/>
              <a:ext cx="1029519" cy="410918"/>
            </a:xfrm>
            <a:custGeom>
              <a:avLst/>
              <a:gdLst/>
              <a:ahLst/>
              <a:cxnLst/>
              <a:rect l="0" t="0" r="0" b="0"/>
              <a:pathLst>
                <a:path w="1029519" h="410918">
                  <a:moveTo>
                    <a:pt x="1029519" y="200244"/>
                  </a:moveTo>
                  <a:lnTo>
                    <a:pt x="1029519" y="0"/>
                  </a:lnTo>
                  <a:cubicBezTo>
                    <a:pt x="1023889" y="9001"/>
                    <a:pt x="1021641" y="12601"/>
                    <a:pt x="1019394" y="16192"/>
                  </a:cubicBezTo>
                  <a:cubicBezTo>
                    <a:pt x="1017146" y="19792"/>
                    <a:pt x="1014898" y="23383"/>
                    <a:pt x="1009278" y="32394"/>
                  </a:cubicBezTo>
                  <a:lnTo>
                    <a:pt x="1009278" y="192271"/>
                  </a:lnTo>
                  <a:lnTo>
                    <a:pt x="1029519" y="200244"/>
                  </a:lnTo>
                  <a:moveTo>
                    <a:pt x="703621" y="393658"/>
                  </a:moveTo>
                  <a:lnTo>
                    <a:pt x="765343" y="379495"/>
                  </a:lnTo>
                  <a:lnTo>
                    <a:pt x="765343" y="170935"/>
                  </a:lnTo>
                  <a:lnTo>
                    <a:pt x="703621" y="185089"/>
                  </a:lnTo>
                  <a:lnTo>
                    <a:pt x="703621" y="393658"/>
                  </a:lnTo>
                  <a:moveTo>
                    <a:pt x="485384" y="410918"/>
                  </a:moveTo>
                  <a:lnTo>
                    <a:pt x="553297" y="410918"/>
                  </a:lnTo>
                  <a:lnTo>
                    <a:pt x="553297" y="201968"/>
                  </a:lnTo>
                  <a:lnTo>
                    <a:pt x="485384" y="201968"/>
                  </a:lnTo>
                  <a:lnTo>
                    <a:pt x="485384" y="410918"/>
                  </a:lnTo>
                  <a:moveTo>
                    <a:pt x="271986" y="382333"/>
                  </a:moveTo>
                  <a:lnTo>
                    <a:pt x="334346" y="395773"/>
                  </a:lnTo>
                  <a:lnTo>
                    <a:pt x="334346" y="187213"/>
                  </a:lnTo>
                  <a:lnTo>
                    <a:pt x="271986" y="173774"/>
                  </a:lnTo>
                  <a:lnTo>
                    <a:pt x="271986" y="382333"/>
                  </a:lnTo>
                  <a:moveTo>
                    <a:pt x="146313" y="219608"/>
                  </a:moveTo>
                  <a:lnTo>
                    <a:pt x="146313" y="129244"/>
                  </a:lnTo>
                  <a:lnTo>
                    <a:pt x="123301" y="116766"/>
                  </a:lnTo>
                  <a:lnTo>
                    <a:pt x="100288" y="104289"/>
                  </a:lnTo>
                  <a:lnTo>
                    <a:pt x="100288" y="223437"/>
                  </a:lnTo>
                  <a:lnTo>
                    <a:pt x="146313" y="219608"/>
                  </a:lnTo>
                  <a:moveTo>
                    <a:pt x="919838" y="107413"/>
                  </a:moveTo>
                  <a:lnTo>
                    <a:pt x="933792" y="99488"/>
                  </a:lnTo>
                  <a:lnTo>
                    <a:pt x="933792" y="282711"/>
                  </a:lnTo>
                  <a:lnTo>
                    <a:pt x="888930" y="282082"/>
                  </a:lnTo>
                  <a:lnTo>
                    <a:pt x="888930" y="124968"/>
                  </a:lnTo>
                  <a:cubicBezTo>
                    <a:pt x="907637" y="114338"/>
                    <a:pt x="909485" y="113290"/>
                    <a:pt x="919791" y="107442"/>
                  </a:cubicBezTo>
                  <a:moveTo>
                    <a:pt x="9191" y="19526"/>
                  </a:moveTo>
                  <a:cubicBezTo>
                    <a:pt x="12372" y="24241"/>
                    <a:pt x="14325" y="27127"/>
                    <a:pt x="21726" y="38080"/>
                  </a:cubicBezTo>
                  <a:lnTo>
                    <a:pt x="21726" y="129597"/>
                  </a:lnTo>
                  <a:lnTo>
                    <a:pt x="0" y="139512"/>
                  </a:lnTo>
                  <a:lnTo>
                    <a:pt x="0" y="5924"/>
                  </a:lnTo>
                  <a:lnTo>
                    <a:pt x="9191" y="19526"/>
                  </a:lnTo>
                  <a:moveTo>
                    <a:pt x="9191" y="19526"/>
                  </a:moveTo>
                  <a:cubicBezTo>
                    <a:pt x="7181" y="16554"/>
                    <a:pt x="4676" y="12849"/>
                    <a:pt x="0" y="5924"/>
                  </a:cubicBezTo>
                  <a:lnTo>
                    <a:pt x="9191" y="19526"/>
                  </a:lnTo>
                </a:path>
              </a:pathLst>
            </a:custGeom>
            <a:solidFill>
              <a:srgbClr val="14BAB7">
                <a:alpha val="4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303804" y="2489331"/>
              <a:ext cx="1061732" cy="679999"/>
            </a:xfrm>
            <a:custGeom>
              <a:avLst/>
              <a:gdLst/>
              <a:ahLst/>
              <a:cxnLst/>
              <a:rect l="0" t="0" r="0" b="0"/>
              <a:pathLst>
                <a:path w="1061732" h="679999">
                  <a:moveTo>
                    <a:pt x="1061732" y="192433"/>
                  </a:moveTo>
                  <a:lnTo>
                    <a:pt x="953900" y="210111"/>
                  </a:lnTo>
                  <a:lnTo>
                    <a:pt x="953900" y="243354"/>
                  </a:lnTo>
                  <a:lnTo>
                    <a:pt x="1047397" y="269081"/>
                  </a:lnTo>
                  <a:lnTo>
                    <a:pt x="1047397" y="403355"/>
                  </a:lnTo>
                  <a:lnTo>
                    <a:pt x="1061732" y="401002"/>
                  </a:lnTo>
                  <a:lnTo>
                    <a:pt x="1061732" y="192433"/>
                  </a:lnTo>
                  <a:moveTo>
                    <a:pt x="1004554" y="85801"/>
                  </a:moveTo>
                  <a:lnTo>
                    <a:pt x="920438" y="123863"/>
                  </a:lnTo>
                  <a:cubicBezTo>
                    <a:pt x="925277" y="131025"/>
                    <a:pt x="927944" y="134969"/>
                    <a:pt x="930602" y="138903"/>
                  </a:cubicBezTo>
                  <a:cubicBezTo>
                    <a:pt x="933259" y="142836"/>
                    <a:pt x="935926" y="146780"/>
                    <a:pt x="940774" y="153943"/>
                  </a:cubicBezTo>
                  <a:lnTo>
                    <a:pt x="1004554" y="156648"/>
                  </a:lnTo>
                  <a:lnTo>
                    <a:pt x="1004554" y="85801"/>
                  </a:lnTo>
                  <a:moveTo>
                    <a:pt x="865527" y="0"/>
                  </a:moveTo>
                  <a:lnTo>
                    <a:pt x="819654" y="51863"/>
                  </a:lnTo>
                  <a:lnTo>
                    <a:pt x="841190" y="63541"/>
                  </a:lnTo>
                  <a:lnTo>
                    <a:pt x="862726" y="75218"/>
                  </a:lnTo>
                  <a:lnTo>
                    <a:pt x="865527" y="0"/>
                  </a:lnTo>
                  <a:moveTo>
                    <a:pt x="193519" y="79067"/>
                  </a:moveTo>
                  <a:lnTo>
                    <a:pt x="235505" y="55225"/>
                  </a:lnTo>
                  <a:lnTo>
                    <a:pt x="187261" y="3905"/>
                  </a:lnTo>
                  <a:lnTo>
                    <a:pt x="187261" y="78057"/>
                  </a:lnTo>
                  <a:lnTo>
                    <a:pt x="193519" y="79067"/>
                  </a:lnTo>
                  <a:moveTo>
                    <a:pt x="133407" y="135836"/>
                  </a:moveTo>
                  <a:lnTo>
                    <a:pt x="138074" y="128358"/>
                  </a:lnTo>
                  <a:lnTo>
                    <a:pt x="52225" y="91278"/>
                  </a:lnTo>
                  <a:lnTo>
                    <a:pt x="52225" y="162277"/>
                  </a:lnTo>
                  <a:lnTo>
                    <a:pt x="119138" y="158667"/>
                  </a:lnTo>
                  <a:cubicBezTo>
                    <a:pt x="126291" y="147218"/>
                    <a:pt x="128330" y="143951"/>
                    <a:pt x="133359" y="135902"/>
                  </a:cubicBezTo>
                  <a:moveTo>
                    <a:pt x="108623" y="214979"/>
                  </a:moveTo>
                  <a:lnTo>
                    <a:pt x="0" y="198548"/>
                  </a:lnTo>
                  <a:lnTo>
                    <a:pt x="0" y="407117"/>
                  </a:lnTo>
                  <a:lnTo>
                    <a:pt x="15821" y="409508"/>
                  </a:lnTo>
                  <a:lnTo>
                    <a:pt x="17878" y="408546"/>
                  </a:lnTo>
                  <a:lnTo>
                    <a:pt x="17878" y="275005"/>
                  </a:lnTo>
                  <a:lnTo>
                    <a:pt x="108623" y="248659"/>
                  </a:lnTo>
                  <a:lnTo>
                    <a:pt x="108623" y="214979"/>
                  </a:lnTo>
                  <a:moveTo>
                    <a:pt x="152199" y="300085"/>
                  </a:moveTo>
                  <a:lnTo>
                    <a:pt x="39604" y="307152"/>
                  </a:lnTo>
                  <a:lnTo>
                    <a:pt x="39604" y="398754"/>
                  </a:lnTo>
                  <a:lnTo>
                    <a:pt x="53759" y="392249"/>
                  </a:lnTo>
                  <a:lnTo>
                    <a:pt x="107222" y="409527"/>
                  </a:lnTo>
                  <a:lnTo>
                    <a:pt x="107222" y="493499"/>
                  </a:lnTo>
                  <a:lnTo>
                    <a:pt x="118167" y="492480"/>
                  </a:lnTo>
                  <a:lnTo>
                    <a:pt x="118167" y="373370"/>
                  </a:lnTo>
                  <a:lnTo>
                    <a:pt x="151390" y="350386"/>
                  </a:lnTo>
                  <a:lnTo>
                    <a:pt x="152199" y="300085"/>
                  </a:lnTo>
                  <a:moveTo>
                    <a:pt x="808367" y="574405"/>
                  </a:moveTo>
                  <a:lnTo>
                    <a:pt x="843676" y="584520"/>
                  </a:lnTo>
                  <a:lnTo>
                    <a:pt x="843676" y="577453"/>
                  </a:lnTo>
                  <a:lnTo>
                    <a:pt x="861260" y="550545"/>
                  </a:lnTo>
                  <a:lnTo>
                    <a:pt x="906808" y="551183"/>
                  </a:lnTo>
                  <a:lnTo>
                    <a:pt x="906808" y="394049"/>
                  </a:lnTo>
                  <a:lnTo>
                    <a:pt x="808367" y="365836"/>
                  </a:lnTo>
                  <a:lnTo>
                    <a:pt x="808367" y="574405"/>
                  </a:lnTo>
                  <a:moveTo>
                    <a:pt x="654538" y="616953"/>
                  </a:moveTo>
                  <a:lnTo>
                    <a:pt x="721499" y="662739"/>
                  </a:lnTo>
                  <a:lnTo>
                    <a:pt x="721499" y="454171"/>
                  </a:lnTo>
                  <a:lnTo>
                    <a:pt x="654538" y="408393"/>
                  </a:lnTo>
                  <a:lnTo>
                    <a:pt x="654538" y="616953"/>
                  </a:lnTo>
                  <a:moveTo>
                    <a:pt x="571176" y="679608"/>
                  </a:moveTo>
                  <a:lnTo>
                    <a:pt x="592521" y="623916"/>
                  </a:lnTo>
                  <a:lnTo>
                    <a:pt x="592521" y="415356"/>
                  </a:lnTo>
                  <a:lnTo>
                    <a:pt x="571176" y="471039"/>
                  </a:lnTo>
                  <a:lnTo>
                    <a:pt x="571176" y="679608"/>
                  </a:lnTo>
                  <a:moveTo>
                    <a:pt x="479374" y="624563"/>
                  </a:moveTo>
                  <a:lnTo>
                    <a:pt x="503272" y="679999"/>
                  </a:lnTo>
                  <a:lnTo>
                    <a:pt x="503272" y="471430"/>
                  </a:lnTo>
                  <a:lnTo>
                    <a:pt x="479374" y="415994"/>
                  </a:lnTo>
                  <a:lnTo>
                    <a:pt x="479374" y="624563"/>
                  </a:lnTo>
                  <a:moveTo>
                    <a:pt x="352224" y="664854"/>
                  </a:moveTo>
                  <a:lnTo>
                    <a:pt x="417061" y="618315"/>
                  </a:lnTo>
                  <a:lnTo>
                    <a:pt x="417061" y="409755"/>
                  </a:lnTo>
                  <a:lnTo>
                    <a:pt x="352224" y="456295"/>
                  </a:lnTo>
                  <a:lnTo>
                    <a:pt x="352224" y="664854"/>
                  </a:lnTo>
                  <a:moveTo>
                    <a:pt x="914257" y="295703"/>
                  </a:moveTo>
                  <a:lnTo>
                    <a:pt x="1027156" y="301475"/>
                  </a:lnTo>
                  <a:lnTo>
                    <a:pt x="1027156" y="461514"/>
                  </a:lnTo>
                  <a:lnTo>
                    <a:pt x="1018155" y="458076"/>
                  </a:lnTo>
                  <a:lnTo>
                    <a:pt x="972264" y="474649"/>
                  </a:lnTo>
                  <a:lnTo>
                    <a:pt x="972264" y="507234"/>
                  </a:lnTo>
                  <a:lnTo>
                    <a:pt x="951671" y="506177"/>
                  </a:lnTo>
                  <a:lnTo>
                    <a:pt x="951671" y="368569"/>
                  </a:lnTo>
                  <a:lnTo>
                    <a:pt x="914257" y="343909"/>
                  </a:lnTo>
                  <a:lnTo>
                    <a:pt x="914257" y="295703"/>
                  </a:lnTo>
                  <a:moveTo>
                    <a:pt x="530875" y="103393"/>
                  </a:moveTo>
                  <a:cubicBezTo>
                    <a:pt x="415690" y="103393"/>
                    <a:pt x="322306" y="149999"/>
                    <a:pt x="322306" y="207502"/>
                  </a:cubicBezTo>
                  <a:cubicBezTo>
                    <a:pt x="322306" y="249002"/>
                    <a:pt x="370970" y="284845"/>
                    <a:pt x="441369" y="301561"/>
                  </a:cubicBezTo>
                  <a:cubicBezTo>
                    <a:pt x="468496" y="295122"/>
                    <a:pt x="498843" y="291512"/>
                    <a:pt x="530875" y="291512"/>
                  </a:cubicBezTo>
                  <a:cubicBezTo>
                    <a:pt x="562908" y="291512"/>
                    <a:pt x="593255" y="295122"/>
                    <a:pt x="620372" y="301561"/>
                  </a:cubicBezTo>
                  <a:cubicBezTo>
                    <a:pt x="690772" y="284835"/>
                    <a:pt x="739435" y="249002"/>
                    <a:pt x="739435" y="207502"/>
                  </a:cubicBezTo>
                  <a:cubicBezTo>
                    <a:pt x="739435" y="149999"/>
                    <a:pt x="646052" y="103393"/>
                    <a:pt x="530875" y="103393"/>
                  </a:cubicBezTo>
                  <a:moveTo>
                    <a:pt x="164191" y="398325"/>
                  </a:moveTo>
                  <a:lnTo>
                    <a:pt x="261308" y="368979"/>
                  </a:lnTo>
                  <a:lnTo>
                    <a:pt x="261308" y="511521"/>
                  </a:lnTo>
                  <a:lnTo>
                    <a:pt x="234734" y="482869"/>
                  </a:lnTo>
                  <a:lnTo>
                    <a:pt x="164191" y="488737"/>
                  </a:lnTo>
                  <a:lnTo>
                    <a:pt x="164191" y="398325"/>
                  </a:lnTo>
                  <a:moveTo>
                    <a:pt x="819654" y="51863"/>
                  </a:moveTo>
                  <a:lnTo>
                    <a:pt x="862726" y="75218"/>
                  </a:lnTo>
                  <a:cubicBezTo>
                    <a:pt x="852458" y="69656"/>
                    <a:pt x="846829" y="66598"/>
                    <a:pt x="841190" y="63541"/>
                  </a:cubicBezTo>
                  <a:cubicBezTo>
                    <a:pt x="835561" y="60483"/>
                    <a:pt x="829922" y="57435"/>
                    <a:pt x="819654" y="51863"/>
                  </a:cubicBezTo>
                </a:path>
              </a:pathLst>
            </a:custGeom>
            <a:solidFill>
              <a:srgbClr val="14BAB7">
                <a:alpha val="4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303804" y="2432543"/>
              <a:ext cx="1061732" cy="527837"/>
            </a:xfrm>
            <a:custGeom>
              <a:avLst/>
              <a:gdLst/>
              <a:ahLst/>
              <a:cxnLst/>
              <a:rect l="0" t="0" r="0" b="0"/>
              <a:pathLst>
                <a:path w="1061732" h="527837">
                  <a:moveTo>
                    <a:pt x="3162" y="238448"/>
                  </a:moveTo>
                  <a:cubicBezTo>
                    <a:pt x="3638" y="235867"/>
                    <a:pt x="6305" y="221551"/>
                    <a:pt x="6305" y="221551"/>
                  </a:cubicBezTo>
                  <a:lnTo>
                    <a:pt x="52225" y="219075"/>
                  </a:lnTo>
                  <a:lnTo>
                    <a:pt x="119138" y="215465"/>
                  </a:lnTo>
                  <a:cubicBezTo>
                    <a:pt x="126291" y="204015"/>
                    <a:pt x="128330" y="200748"/>
                    <a:pt x="133359" y="192690"/>
                  </a:cubicBezTo>
                  <a:cubicBezTo>
                    <a:pt x="133378" y="192671"/>
                    <a:pt x="133388" y="192643"/>
                    <a:pt x="133407" y="192624"/>
                  </a:cubicBezTo>
                  <a:lnTo>
                    <a:pt x="138074" y="185146"/>
                  </a:lnTo>
                  <a:lnTo>
                    <a:pt x="52225" y="148066"/>
                  </a:lnTo>
                  <a:lnTo>
                    <a:pt x="62960" y="138522"/>
                  </a:lnTo>
                  <a:cubicBezTo>
                    <a:pt x="70284" y="132006"/>
                    <a:pt x="71828" y="130635"/>
                    <a:pt x="85496" y="118490"/>
                  </a:cubicBezTo>
                  <a:lnTo>
                    <a:pt x="187261" y="134854"/>
                  </a:lnTo>
                  <a:lnTo>
                    <a:pt x="193519" y="135855"/>
                  </a:lnTo>
                  <a:lnTo>
                    <a:pt x="235505" y="112013"/>
                  </a:lnTo>
                  <a:lnTo>
                    <a:pt x="187261" y="60693"/>
                  </a:lnTo>
                  <a:cubicBezTo>
                    <a:pt x="196986" y="57083"/>
                    <a:pt x="202958" y="54863"/>
                    <a:pt x="207587" y="53139"/>
                  </a:cubicBezTo>
                  <a:cubicBezTo>
                    <a:pt x="217389" y="49491"/>
                    <a:pt x="221189" y="48082"/>
                    <a:pt x="241744" y="40433"/>
                  </a:cubicBezTo>
                  <a:lnTo>
                    <a:pt x="326297" y="78257"/>
                  </a:lnTo>
                  <a:cubicBezTo>
                    <a:pt x="340052" y="75104"/>
                    <a:pt x="347614" y="73371"/>
                    <a:pt x="355168" y="71637"/>
                  </a:cubicBezTo>
                  <a:cubicBezTo>
                    <a:pt x="362731" y="69903"/>
                    <a:pt x="370284" y="68170"/>
                    <a:pt x="384047" y="65017"/>
                  </a:cubicBezTo>
                  <a:lnTo>
                    <a:pt x="381752" y="8324"/>
                  </a:lnTo>
                  <a:cubicBezTo>
                    <a:pt x="400173" y="6257"/>
                    <a:pt x="407527" y="5429"/>
                    <a:pt x="414889" y="4600"/>
                  </a:cubicBezTo>
                  <a:cubicBezTo>
                    <a:pt x="422243" y="3781"/>
                    <a:pt x="429606" y="2952"/>
                    <a:pt x="448017" y="885"/>
                  </a:cubicBezTo>
                  <a:lnTo>
                    <a:pt x="494461" y="52625"/>
                  </a:lnTo>
                  <a:cubicBezTo>
                    <a:pt x="509777" y="52530"/>
                    <a:pt x="518112" y="52482"/>
                    <a:pt x="526513" y="52435"/>
                  </a:cubicBezTo>
                  <a:cubicBezTo>
                    <a:pt x="534743" y="52387"/>
                    <a:pt x="543039" y="52339"/>
                    <a:pt x="558022" y="52254"/>
                  </a:cubicBezTo>
                  <a:lnTo>
                    <a:pt x="602075" y="0"/>
                  </a:lnTo>
                  <a:cubicBezTo>
                    <a:pt x="630154" y="2809"/>
                    <a:pt x="632650" y="3057"/>
                    <a:pt x="648385" y="4638"/>
                  </a:cubicBezTo>
                  <a:cubicBezTo>
                    <a:pt x="653386" y="5143"/>
                    <a:pt x="659730" y="5772"/>
                    <a:pt x="668664" y="6667"/>
                  </a:cubicBezTo>
                  <a:lnTo>
                    <a:pt x="668664" y="63369"/>
                  </a:lnTo>
                  <a:cubicBezTo>
                    <a:pt x="682885" y="66370"/>
                    <a:pt x="690524" y="68018"/>
                    <a:pt x="698163" y="69665"/>
                  </a:cubicBezTo>
                  <a:cubicBezTo>
                    <a:pt x="705792" y="71313"/>
                    <a:pt x="713432" y="72951"/>
                    <a:pt x="727338" y="75952"/>
                  </a:cubicBezTo>
                  <a:lnTo>
                    <a:pt x="810120" y="37166"/>
                  </a:lnTo>
                  <a:cubicBezTo>
                    <a:pt x="825522" y="42624"/>
                    <a:pt x="831675" y="44805"/>
                    <a:pt x="837828" y="46977"/>
                  </a:cubicBezTo>
                  <a:cubicBezTo>
                    <a:pt x="843972" y="49158"/>
                    <a:pt x="850125" y="51339"/>
                    <a:pt x="865527" y="56797"/>
                  </a:cubicBezTo>
                  <a:lnTo>
                    <a:pt x="819654" y="108661"/>
                  </a:lnTo>
                  <a:cubicBezTo>
                    <a:pt x="829922" y="114223"/>
                    <a:pt x="835561" y="117281"/>
                    <a:pt x="841190" y="120338"/>
                  </a:cubicBezTo>
                  <a:cubicBezTo>
                    <a:pt x="846829" y="123386"/>
                    <a:pt x="852458" y="126444"/>
                    <a:pt x="862726" y="132016"/>
                  </a:cubicBezTo>
                  <a:lnTo>
                    <a:pt x="969921" y="113404"/>
                  </a:lnTo>
                  <a:cubicBezTo>
                    <a:pt x="979551" y="121519"/>
                    <a:pt x="983399" y="124758"/>
                    <a:pt x="987247" y="128006"/>
                  </a:cubicBezTo>
                  <a:cubicBezTo>
                    <a:pt x="991085" y="131244"/>
                    <a:pt x="994933" y="134483"/>
                    <a:pt x="1004554" y="142598"/>
                  </a:cubicBezTo>
                  <a:lnTo>
                    <a:pt x="920438" y="180651"/>
                  </a:lnTo>
                  <a:cubicBezTo>
                    <a:pt x="925277" y="187823"/>
                    <a:pt x="927944" y="191757"/>
                    <a:pt x="930602" y="195691"/>
                  </a:cubicBezTo>
                  <a:cubicBezTo>
                    <a:pt x="933259" y="199634"/>
                    <a:pt x="935926" y="203568"/>
                    <a:pt x="940774" y="210740"/>
                  </a:cubicBezTo>
                  <a:lnTo>
                    <a:pt x="1004554" y="213436"/>
                  </a:lnTo>
                  <a:lnTo>
                    <a:pt x="1053845" y="215522"/>
                  </a:lnTo>
                  <a:cubicBezTo>
                    <a:pt x="1056036" y="224894"/>
                    <a:pt x="1056913" y="228638"/>
                    <a:pt x="1057789" y="232381"/>
                  </a:cubicBezTo>
                  <a:cubicBezTo>
                    <a:pt x="1058665" y="236115"/>
                    <a:pt x="1059541" y="239858"/>
                    <a:pt x="1061732" y="249231"/>
                  </a:cubicBezTo>
                  <a:lnTo>
                    <a:pt x="953900" y="266900"/>
                  </a:lnTo>
                  <a:cubicBezTo>
                    <a:pt x="952490" y="274434"/>
                    <a:pt x="951718" y="278577"/>
                    <a:pt x="950937" y="282711"/>
                  </a:cubicBezTo>
                  <a:cubicBezTo>
                    <a:pt x="950166" y="286845"/>
                    <a:pt x="949394" y="290988"/>
                    <a:pt x="947985" y="298523"/>
                  </a:cubicBezTo>
                  <a:lnTo>
                    <a:pt x="953900" y="300151"/>
                  </a:lnTo>
                  <a:lnTo>
                    <a:pt x="1047397" y="325869"/>
                  </a:lnTo>
                  <a:cubicBezTo>
                    <a:pt x="1041777" y="334870"/>
                    <a:pt x="1039520" y="338470"/>
                    <a:pt x="1037282" y="342061"/>
                  </a:cubicBezTo>
                  <a:cubicBezTo>
                    <a:pt x="1035024" y="345662"/>
                    <a:pt x="1032776" y="349253"/>
                    <a:pt x="1027156" y="358263"/>
                  </a:cubicBezTo>
                  <a:lnTo>
                    <a:pt x="914257" y="352491"/>
                  </a:lnTo>
                  <a:cubicBezTo>
                    <a:pt x="906827" y="359102"/>
                    <a:pt x="902760" y="362721"/>
                    <a:pt x="898674" y="366350"/>
                  </a:cubicBezTo>
                  <a:cubicBezTo>
                    <a:pt x="894607" y="369970"/>
                    <a:pt x="890530" y="373589"/>
                    <a:pt x="883119" y="380180"/>
                  </a:cubicBezTo>
                  <a:lnTo>
                    <a:pt x="951671" y="425367"/>
                  </a:lnTo>
                  <a:lnTo>
                    <a:pt x="937717" y="433282"/>
                  </a:lnTo>
                  <a:cubicBezTo>
                    <a:pt x="927373" y="439159"/>
                    <a:pt x="925553" y="440197"/>
                    <a:pt x="906808" y="450837"/>
                  </a:cubicBezTo>
                  <a:lnTo>
                    <a:pt x="808367" y="422633"/>
                  </a:lnTo>
                  <a:cubicBezTo>
                    <a:pt x="801700" y="425110"/>
                    <a:pt x="796680" y="426977"/>
                    <a:pt x="792403" y="428567"/>
                  </a:cubicBezTo>
                  <a:cubicBezTo>
                    <a:pt x="791965" y="428729"/>
                    <a:pt x="791546" y="428882"/>
                    <a:pt x="791127" y="429044"/>
                  </a:cubicBezTo>
                  <a:cubicBezTo>
                    <a:pt x="780621" y="432949"/>
                    <a:pt x="774334" y="435282"/>
                    <a:pt x="757380" y="441588"/>
                  </a:cubicBezTo>
                  <a:lnTo>
                    <a:pt x="783221" y="496804"/>
                  </a:lnTo>
                  <a:lnTo>
                    <a:pt x="721499" y="510959"/>
                  </a:lnTo>
                  <a:lnTo>
                    <a:pt x="654538" y="465181"/>
                  </a:lnTo>
                  <a:cubicBezTo>
                    <a:pt x="645547" y="466191"/>
                    <a:pt x="639022" y="466925"/>
                    <a:pt x="633469" y="467544"/>
                  </a:cubicBezTo>
                  <a:cubicBezTo>
                    <a:pt x="629888" y="467953"/>
                    <a:pt x="626706" y="468306"/>
                    <a:pt x="623535" y="468668"/>
                  </a:cubicBezTo>
                  <a:cubicBezTo>
                    <a:pt x="615419" y="469572"/>
                    <a:pt x="607304" y="470487"/>
                    <a:pt x="592521" y="472144"/>
                  </a:cubicBezTo>
                  <a:lnTo>
                    <a:pt x="571176" y="527837"/>
                  </a:lnTo>
                  <a:lnTo>
                    <a:pt x="503272" y="527837"/>
                  </a:lnTo>
                  <a:lnTo>
                    <a:pt x="479374" y="472792"/>
                  </a:lnTo>
                  <a:cubicBezTo>
                    <a:pt x="464524" y="471306"/>
                    <a:pt x="456371" y="470487"/>
                    <a:pt x="448217" y="469668"/>
                  </a:cubicBezTo>
                  <a:cubicBezTo>
                    <a:pt x="440064" y="468849"/>
                    <a:pt x="431911" y="468029"/>
                    <a:pt x="417061" y="466544"/>
                  </a:cubicBezTo>
                  <a:lnTo>
                    <a:pt x="352224" y="513083"/>
                  </a:lnTo>
                  <a:lnTo>
                    <a:pt x="289864" y="499643"/>
                  </a:lnTo>
                  <a:lnTo>
                    <a:pt x="313153" y="444141"/>
                  </a:lnTo>
                  <a:cubicBezTo>
                    <a:pt x="300799" y="439769"/>
                    <a:pt x="294017" y="437359"/>
                    <a:pt x="287226" y="434959"/>
                  </a:cubicBezTo>
                  <a:cubicBezTo>
                    <a:pt x="280444" y="432558"/>
                    <a:pt x="273662" y="430148"/>
                    <a:pt x="261308" y="425777"/>
                  </a:cubicBezTo>
                  <a:lnTo>
                    <a:pt x="164191" y="455114"/>
                  </a:lnTo>
                  <a:cubicBezTo>
                    <a:pt x="151399" y="448179"/>
                    <a:pt x="146294" y="445408"/>
                    <a:pt x="141179" y="442636"/>
                  </a:cubicBezTo>
                  <a:cubicBezTo>
                    <a:pt x="136074" y="439864"/>
                    <a:pt x="130959" y="437092"/>
                    <a:pt x="118167" y="430158"/>
                  </a:cubicBezTo>
                  <a:lnTo>
                    <a:pt x="151390" y="407174"/>
                  </a:lnTo>
                  <a:lnTo>
                    <a:pt x="184613" y="384200"/>
                  </a:lnTo>
                  <a:cubicBezTo>
                    <a:pt x="176879" y="377675"/>
                    <a:pt x="172640" y="374103"/>
                    <a:pt x="168392" y="370522"/>
                  </a:cubicBezTo>
                  <a:cubicBezTo>
                    <a:pt x="164153" y="366950"/>
                    <a:pt x="159915" y="363378"/>
                    <a:pt x="152199" y="356882"/>
                  </a:cubicBezTo>
                  <a:lnTo>
                    <a:pt x="39604" y="363950"/>
                  </a:lnTo>
                  <a:cubicBezTo>
                    <a:pt x="32204" y="353006"/>
                    <a:pt x="30251" y="350110"/>
                    <a:pt x="27070" y="345405"/>
                  </a:cubicBezTo>
                  <a:cubicBezTo>
                    <a:pt x="25060" y="342423"/>
                    <a:pt x="22555" y="338718"/>
                    <a:pt x="17878" y="331803"/>
                  </a:cubicBezTo>
                  <a:lnTo>
                    <a:pt x="108623" y="305447"/>
                  </a:lnTo>
                  <a:lnTo>
                    <a:pt x="115995" y="303314"/>
                  </a:lnTo>
                  <a:cubicBezTo>
                    <a:pt x="114233" y="295789"/>
                    <a:pt x="113271" y="291665"/>
                    <a:pt x="112309" y="287540"/>
                  </a:cubicBezTo>
                  <a:cubicBezTo>
                    <a:pt x="111337" y="283416"/>
                    <a:pt x="110375" y="279282"/>
                    <a:pt x="108623" y="271767"/>
                  </a:cubicBezTo>
                  <a:lnTo>
                    <a:pt x="0" y="255336"/>
                  </a:lnTo>
                  <a:cubicBezTo>
                    <a:pt x="1752" y="245954"/>
                    <a:pt x="2457" y="242201"/>
                    <a:pt x="3162" y="238448"/>
                  </a:cubicBezTo>
                  <a:moveTo>
                    <a:pt x="739425" y="264109"/>
                  </a:moveTo>
                  <a:cubicBezTo>
                    <a:pt x="739425" y="206616"/>
                    <a:pt x="646042" y="160000"/>
                    <a:pt x="530856" y="160000"/>
                  </a:cubicBezTo>
                  <a:cubicBezTo>
                    <a:pt x="415670" y="160000"/>
                    <a:pt x="322297" y="206616"/>
                    <a:pt x="322297" y="264109"/>
                  </a:cubicBezTo>
                  <a:cubicBezTo>
                    <a:pt x="322297" y="321611"/>
                    <a:pt x="415670" y="368217"/>
                    <a:pt x="530856" y="368217"/>
                  </a:cubicBezTo>
                  <a:cubicBezTo>
                    <a:pt x="646042" y="368217"/>
                    <a:pt x="739425" y="321611"/>
                    <a:pt x="739425" y="264109"/>
                  </a:cubicBezTo>
                  <a:moveTo>
                    <a:pt x="115995" y="303314"/>
                  </a:moveTo>
                  <a:lnTo>
                    <a:pt x="112309" y="287540"/>
                  </a:lnTo>
                  <a:lnTo>
                    <a:pt x="108623" y="271767"/>
                  </a:lnTo>
                  <a:lnTo>
                    <a:pt x="115995" y="303314"/>
                  </a:lnTo>
                </a:path>
              </a:pathLst>
            </a:custGeom>
            <a:solidFill>
              <a:srgbClr val="14BAB7">
                <a:alpha val="4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03804" y="2432543"/>
            <a:ext cx="1061729" cy="736787"/>
            <a:chOff x="2303804" y="2432543"/>
            <a:chExt cx="1061729" cy="736787"/>
          </a:xfrm>
        </p:grpSpPr>
        <p:sp>
          <p:nvSpPr>
            <p:cNvPr id="7" name="Rounded Rectangle 6"/>
            <p:cNvSpPr/>
            <p:nvPr/>
          </p:nvSpPr>
          <p:spPr>
            <a:xfrm>
              <a:off x="2412443" y="2699444"/>
              <a:ext cx="845277" cy="414452"/>
            </a:xfrm>
            <a:custGeom>
              <a:avLst/>
              <a:gdLst/>
              <a:ahLst/>
              <a:cxnLst/>
              <a:rect l="0" t="0" r="0" b="0"/>
              <a:pathLst>
                <a:path w="845277" h="414452">
                  <a:moveTo>
                    <a:pt x="75996" y="117293"/>
                  </a:moveTo>
                  <a:cubicBezTo>
                    <a:pt x="68262" y="110774"/>
                    <a:pt x="64018" y="107199"/>
                    <a:pt x="59772" y="103620"/>
                  </a:cubicBezTo>
                  <a:cubicBezTo>
                    <a:pt x="55536" y="100051"/>
                    <a:pt x="51295" y="96478"/>
                    <a:pt x="43581" y="89977"/>
                  </a:cubicBezTo>
                  <a:lnTo>
                    <a:pt x="42773" y="140275"/>
                  </a:lnTo>
                  <a:close/>
                  <a:moveTo>
                    <a:pt x="7372" y="36407"/>
                  </a:moveTo>
                  <a:lnTo>
                    <a:pt x="3686" y="20636"/>
                  </a:lnTo>
                  <a:lnTo>
                    <a:pt x="0" y="4865"/>
                  </a:lnTo>
                  <a:lnTo>
                    <a:pt x="0" y="38548"/>
                  </a:lnTo>
                  <a:close/>
                  <a:moveTo>
                    <a:pt x="845277" y="0"/>
                  </a:moveTo>
                  <a:lnTo>
                    <a:pt x="842320" y="15809"/>
                  </a:lnTo>
                  <a:cubicBezTo>
                    <a:pt x="841546" y="19945"/>
                    <a:pt x="840774" y="24083"/>
                    <a:pt x="839363" y="31618"/>
                  </a:cubicBezTo>
                  <a:lnTo>
                    <a:pt x="845277" y="33245"/>
                  </a:lnTo>
                  <a:close/>
                  <a:moveTo>
                    <a:pt x="683784" y="370228"/>
                  </a:moveTo>
                  <a:lnTo>
                    <a:pt x="699747" y="364291"/>
                  </a:lnTo>
                  <a:lnTo>
                    <a:pt x="699747" y="155727"/>
                  </a:lnTo>
                  <a:lnTo>
                    <a:pt x="683784" y="161664"/>
                  </a:lnTo>
                  <a:lnTo>
                    <a:pt x="682504" y="162140"/>
                  </a:lnTo>
                  <a:cubicBezTo>
                    <a:pt x="672004" y="166046"/>
                    <a:pt x="665716" y="168384"/>
                    <a:pt x="648762" y="174689"/>
                  </a:cubicBezTo>
                  <a:lnTo>
                    <a:pt x="674597" y="229903"/>
                  </a:lnTo>
                  <a:lnTo>
                    <a:pt x="674597" y="373645"/>
                  </a:lnTo>
                  <a:close/>
                  <a:moveTo>
                    <a:pt x="514910" y="410326"/>
                  </a:moveTo>
                  <a:lnTo>
                    <a:pt x="514982" y="410318"/>
                  </a:lnTo>
                  <a:cubicBezTo>
                    <a:pt x="523073" y="409410"/>
                    <a:pt x="531182" y="408499"/>
                    <a:pt x="545918" y="406845"/>
                  </a:cubicBezTo>
                  <a:lnTo>
                    <a:pt x="545918" y="198281"/>
                  </a:lnTo>
                  <a:cubicBezTo>
                    <a:pt x="536927" y="199290"/>
                    <a:pt x="530403" y="200022"/>
                    <a:pt x="524844" y="200646"/>
                  </a:cubicBezTo>
                  <a:lnTo>
                    <a:pt x="514910" y="201762"/>
                  </a:lnTo>
                  <a:cubicBezTo>
                    <a:pt x="506795" y="202672"/>
                    <a:pt x="498681" y="203583"/>
                    <a:pt x="483902" y="205241"/>
                  </a:cubicBezTo>
                  <a:lnTo>
                    <a:pt x="483902" y="413806"/>
                  </a:lnTo>
                  <a:cubicBezTo>
                    <a:pt x="498681" y="412148"/>
                    <a:pt x="506795" y="411237"/>
                    <a:pt x="514910" y="410326"/>
                  </a:cubicBezTo>
                  <a:close/>
                  <a:moveTo>
                    <a:pt x="339597" y="411330"/>
                  </a:moveTo>
                  <a:lnTo>
                    <a:pt x="370757" y="414452"/>
                  </a:lnTo>
                  <a:lnTo>
                    <a:pt x="370757" y="205888"/>
                  </a:lnTo>
                  <a:lnTo>
                    <a:pt x="339597" y="202765"/>
                  </a:lnTo>
                  <a:lnTo>
                    <a:pt x="308438" y="199642"/>
                  </a:lnTo>
                  <a:lnTo>
                    <a:pt x="308438" y="408207"/>
                  </a:lnTo>
                  <a:close/>
                  <a:moveTo>
                    <a:pt x="152686" y="367437"/>
                  </a:moveTo>
                  <a:lnTo>
                    <a:pt x="178608" y="376622"/>
                  </a:lnTo>
                  <a:lnTo>
                    <a:pt x="181247" y="377557"/>
                  </a:lnTo>
                  <a:lnTo>
                    <a:pt x="181247" y="232738"/>
                  </a:lnTo>
                  <a:lnTo>
                    <a:pt x="204531" y="177242"/>
                  </a:lnTo>
                  <a:lnTo>
                    <a:pt x="178608" y="168057"/>
                  </a:lnTo>
                  <a:lnTo>
                    <a:pt x="152686" y="158872"/>
                  </a:lnTo>
                  <a:close/>
                  <a:moveTo>
                    <a:pt x="790056" y="99445"/>
                  </a:moveTo>
                  <a:cubicBezTo>
                    <a:pt x="794136" y="95820"/>
                    <a:pt x="798212" y="92197"/>
                    <a:pt x="805642" y="85592"/>
                  </a:cubicBezTo>
                  <a:lnTo>
                    <a:pt x="805642" y="133802"/>
                  </a:lnTo>
                  <a:lnTo>
                    <a:pt x="774500" y="113273"/>
                  </a:lnTo>
                  <a:cubicBezTo>
                    <a:pt x="781912" y="106684"/>
                    <a:pt x="785986" y="103063"/>
                    <a:pt x="790056" y="99445"/>
                  </a:cubicBezTo>
                  <a:close/>
                  <a:moveTo>
                    <a:pt x="699747" y="364291"/>
                  </a:moveTo>
                  <a:cubicBezTo>
                    <a:pt x="693077" y="366772"/>
                    <a:pt x="688058" y="368639"/>
                    <a:pt x="683784" y="370228"/>
                  </a:cubicBezTo>
                  <a:cubicBezTo>
                    <a:pt x="680406" y="371486"/>
                    <a:pt x="677493" y="372569"/>
                    <a:pt x="674597" y="373645"/>
                  </a:cubicBezTo>
                  <a:moveTo>
                    <a:pt x="514982" y="410318"/>
                  </a:moveTo>
                  <a:cubicBezTo>
                    <a:pt x="514957" y="410320"/>
                    <a:pt x="514934" y="410323"/>
                    <a:pt x="514910" y="410326"/>
                  </a:cubicBezTo>
                  <a:moveTo>
                    <a:pt x="370757" y="414452"/>
                  </a:moveTo>
                  <a:cubicBezTo>
                    <a:pt x="355906" y="412964"/>
                    <a:pt x="347751" y="412147"/>
                    <a:pt x="339597" y="411330"/>
                  </a:cubicBezTo>
                  <a:cubicBezTo>
                    <a:pt x="331444" y="410513"/>
                    <a:pt x="323289" y="409696"/>
                    <a:pt x="308438" y="408207"/>
                  </a:cubicBezTo>
                  <a:moveTo>
                    <a:pt x="181247" y="377557"/>
                  </a:moveTo>
                  <a:cubicBezTo>
                    <a:pt x="180359" y="377242"/>
                    <a:pt x="179484" y="376933"/>
                    <a:pt x="178608" y="376622"/>
                  </a:cubicBezTo>
                  <a:cubicBezTo>
                    <a:pt x="171824" y="374219"/>
                    <a:pt x="165040" y="371815"/>
                    <a:pt x="152686" y="367437"/>
                  </a:cubicBezTo>
                  <a:moveTo>
                    <a:pt x="845277" y="0"/>
                  </a:moveTo>
                  <a:cubicBezTo>
                    <a:pt x="843867" y="7533"/>
                    <a:pt x="843094" y="11671"/>
                    <a:pt x="842320" y="15809"/>
                  </a:cubicBezTo>
                  <a:moveTo>
                    <a:pt x="699747" y="155727"/>
                  </a:moveTo>
                  <a:cubicBezTo>
                    <a:pt x="693077" y="158207"/>
                    <a:pt x="688058" y="160074"/>
                    <a:pt x="683784" y="161664"/>
                  </a:cubicBezTo>
                  <a:cubicBezTo>
                    <a:pt x="683350" y="161826"/>
                    <a:pt x="682924" y="161984"/>
                    <a:pt x="682504" y="162140"/>
                  </a:cubicBezTo>
                  <a:moveTo>
                    <a:pt x="524844" y="200646"/>
                  </a:moveTo>
                  <a:cubicBezTo>
                    <a:pt x="521266" y="201048"/>
                    <a:pt x="518088" y="201405"/>
                    <a:pt x="514910" y="201762"/>
                  </a:cubicBezTo>
                  <a:moveTo>
                    <a:pt x="370757" y="205888"/>
                  </a:moveTo>
                  <a:cubicBezTo>
                    <a:pt x="355906" y="204400"/>
                    <a:pt x="347751" y="203582"/>
                    <a:pt x="339597" y="202765"/>
                  </a:cubicBezTo>
                  <a:cubicBezTo>
                    <a:pt x="331444" y="201948"/>
                    <a:pt x="323289" y="201131"/>
                    <a:pt x="308438" y="199642"/>
                  </a:cubicBezTo>
                  <a:moveTo>
                    <a:pt x="204531" y="177242"/>
                  </a:moveTo>
                  <a:cubicBezTo>
                    <a:pt x="192177" y="172865"/>
                    <a:pt x="185393" y="170461"/>
                    <a:pt x="178608" y="168057"/>
                  </a:cubicBezTo>
                  <a:cubicBezTo>
                    <a:pt x="171824" y="165654"/>
                    <a:pt x="165040" y="163250"/>
                    <a:pt x="152686" y="158872"/>
                  </a:cubicBezTo>
                  <a:moveTo>
                    <a:pt x="7372" y="36407"/>
                  </a:moveTo>
                  <a:cubicBezTo>
                    <a:pt x="5616" y="28890"/>
                    <a:pt x="4652" y="24763"/>
                    <a:pt x="3686" y="20636"/>
                  </a:cubicBezTo>
                  <a:cubicBezTo>
                    <a:pt x="2721" y="16509"/>
                    <a:pt x="1756" y="12381"/>
                    <a:pt x="0" y="4865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21623" y="2758414"/>
              <a:ext cx="1029518" cy="410916"/>
            </a:xfrm>
            <a:custGeom>
              <a:avLst/>
              <a:gdLst/>
              <a:ahLst/>
              <a:cxnLst/>
              <a:rect l="0" t="0" r="0" b="0"/>
              <a:pathLst>
                <a:path w="1029518" h="410916">
                  <a:moveTo>
                    <a:pt x="1029518" y="200240"/>
                  </a:moveTo>
                  <a:lnTo>
                    <a:pt x="1029518" y="134271"/>
                  </a:lnTo>
                  <a:lnTo>
                    <a:pt x="1029518" y="104282"/>
                  </a:lnTo>
                  <a:lnTo>
                    <a:pt x="1029518" y="0"/>
                  </a:lnTo>
                  <a:cubicBezTo>
                    <a:pt x="1023896" y="8998"/>
                    <a:pt x="1021648" y="12596"/>
                    <a:pt x="1019400" y="16190"/>
                  </a:cubicBezTo>
                  <a:cubicBezTo>
                    <a:pt x="1017151" y="19788"/>
                    <a:pt x="1014903" y="23384"/>
                    <a:pt x="1009276" y="32391"/>
                  </a:cubicBezTo>
                  <a:lnTo>
                    <a:pt x="1009276" y="192274"/>
                  </a:lnTo>
                  <a:close/>
                  <a:moveTo>
                    <a:pt x="703621" y="393655"/>
                  </a:moveTo>
                  <a:lnTo>
                    <a:pt x="765342" y="379497"/>
                  </a:lnTo>
                  <a:lnTo>
                    <a:pt x="765342" y="314675"/>
                  </a:lnTo>
                  <a:lnTo>
                    <a:pt x="765342" y="170932"/>
                  </a:lnTo>
                  <a:lnTo>
                    <a:pt x="703621" y="185090"/>
                  </a:lnTo>
                  <a:close/>
                  <a:moveTo>
                    <a:pt x="485391" y="410916"/>
                  </a:moveTo>
                  <a:lnTo>
                    <a:pt x="553298" y="410527"/>
                  </a:lnTo>
                  <a:lnTo>
                    <a:pt x="553298" y="201962"/>
                  </a:lnTo>
                  <a:lnTo>
                    <a:pt x="485391" y="202351"/>
                  </a:lnTo>
                  <a:close/>
                  <a:moveTo>
                    <a:pt x="271990" y="382332"/>
                  </a:moveTo>
                  <a:lnTo>
                    <a:pt x="334346" y="395775"/>
                  </a:lnTo>
                  <a:lnTo>
                    <a:pt x="334346" y="187211"/>
                  </a:lnTo>
                  <a:lnTo>
                    <a:pt x="271990" y="173767"/>
                  </a:lnTo>
                  <a:lnTo>
                    <a:pt x="271990" y="318587"/>
                  </a:lnTo>
                  <a:close/>
                  <a:moveTo>
                    <a:pt x="146318" y="219602"/>
                  </a:moveTo>
                  <a:lnTo>
                    <a:pt x="146318" y="129241"/>
                  </a:lnTo>
                  <a:lnTo>
                    <a:pt x="123304" y="116764"/>
                  </a:lnTo>
                  <a:lnTo>
                    <a:pt x="100291" y="104288"/>
                  </a:lnTo>
                  <a:lnTo>
                    <a:pt x="100291" y="223438"/>
                  </a:lnTo>
                  <a:close/>
                  <a:moveTo>
                    <a:pt x="919843" y="107413"/>
                  </a:moveTo>
                  <a:lnTo>
                    <a:pt x="933793" y="99491"/>
                  </a:lnTo>
                  <a:lnTo>
                    <a:pt x="933793" y="237098"/>
                  </a:lnTo>
                  <a:lnTo>
                    <a:pt x="933793" y="282708"/>
                  </a:lnTo>
                  <a:lnTo>
                    <a:pt x="888932" y="282082"/>
                  </a:lnTo>
                  <a:lnTo>
                    <a:pt x="888932" y="124968"/>
                  </a:lnTo>
                  <a:cubicBezTo>
                    <a:pt x="907644" y="114339"/>
                    <a:pt x="909490" y="113291"/>
                    <a:pt x="919789" y="107443"/>
                  </a:cubicBezTo>
                  <a:close/>
                  <a:moveTo>
                    <a:pt x="9191" y="19527"/>
                  </a:moveTo>
                  <a:cubicBezTo>
                    <a:pt x="12374" y="24236"/>
                    <a:pt x="14329" y="27128"/>
                    <a:pt x="21730" y="38075"/>
                  </a:cubicBezTo>
                  <a:lnTo>
                    <a:pt x="21730" y="129597"/>
                  </a:lnTo>
                  <a:lnTo>
                    <a:pt x="0" y="139510"/>
                  </a:lnTo>
                  <a:lnTo>
                    <a:pt x="0" y="5926"/>
                  </a:lnTo>
                  <a:close/>
                  <a:moveTo>
                    <a:pt x="919789" y="107443"/>
                  </a:moveTo>
                  <a:cubicBezTo>
                    <a:pt x="919808" y="107432"/>
                    <a:pt x="919825" y="107423"/>
                    <a:pt x="919843" y="107413"/>
                  </a:cubicBezTo>
                  <a:moveTo>
                    <a:pt x="146318" y="129241"/>
                  </a:moveTo>
                  <a:cubicBezTo>
                    <a:pt x="133526" y="122306"/>
                    <a:pt x="128415" y="119535"/>
                    <a:pt x="123304" y="116764"/>
                  </a:cubicBezTo>
                  <a:cubicBezTo>
                    <a:pt x="118194" y="113993"/>
                    <a:pt x="113083" y="111221"/>
                    <a:pt x="100291" y="104288"/>
                  </a:cubicBezTo>
                  <a:moveTo>
                    <a:pt x="0" y="5926"/>
                  </a:moveTo>
                  <a:cubicBezTo>
                    <a:pt x="4678" y="12848"/>
                    <a:pt x="7180" y="16550"/>
                    <a:pt x="9191" y="1952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303804" y="2489335"/>
              <a:ext cx="1061729" cy="679993"/>
            </a:xfrm>
            <a:custGeom>
              <a:avLst/>
              <a:gdLst/>
              <a:ahLst/>
              <a:cxnLst/>
              <a:rect l="0" t="0" r="0" b="0"/>
              <a:pathLst>
                <a:path w="1061729" h="679993">
                  <a:moveTo>
                    <a:pt x="1061729" y="192434"/>
                  </a:moveTo>
                  <a:lnTo>
                    <a:pt x="953897" y="210106"/>
                  </a:lnTo>
                  <a:lnTo>
                    <a:pt x="953897" y="243352"/>
                  </a:lnTo>
                  <a:lnTo>
                    <a:pt x="1047394" y="269077"/>
                  </a:lnTo>
                  <a:lnTo>
                    <a:pt x="1047394" y="403347"/>
                  </a:lnTo>
                  <a:lnTo>
                    <a:pt x="1061729" y="400999"/>
                  </a:lnTo>
                  <a:close/>
                  <a:moveTo>
                    <a:pt x="1004556" y="85798"/>
                  </a:moveTo>
                  <a:lnTo>
                    <a:pt x="920435" y="123856"/>
                  </a:lnTo>
                  <a:cubicBezTo>
                    <a:pt x="925282" y="131026"/>
                    <a:pt x="927942" y="134963"/>
                    <a:pt x="930602" y="138899"/>
                  </a:cubicBezTo>
                  <a:cubicBezTo>
                    <a:pt x="933263" y="142836"/>
                    <a:pt x="935923" y="146773"/>
                    <a:pt x="940770" y="153942"/>
                  </a:cubicBezTo>
                  <a:lnTo>
                    <a:pt x="1004556" y="156642"/>
                  </a:lnTo>
                  <a:close/>
                  <a:moveTo>
                    <a:pt x="865524" y="0"/>
                  </a:moveTo>
                  <a:lnTo>
                    <a:pt x="819659" y="51861"/>
                  </a:lnTo>
                  <a:lnTo>
                    <a:pt x="841193" y="63539"/>
                  </a:lnTo>
                  <a:lnTo>
                    <a:pt x="862727" y="75216"/>
                  </a:lnTo>
                  <a:close/>
                  <a:moveTo>
                    <a:pt x="193522" y="79062"/>
                  </a:moveTo>
                  <a:lnTo>
                    <a:pt x="235506" y="55220"/>
                  </a:lnTo>
                  <a:lnTo>
                    <a:pt x="187262" y="3901"/>
                  </a:lnTo>
                  <a:lnTo>
                    <a:pt x="187262" y="78056"/>
                  </a:lnTo>
                  <a:close/>
                  <a:moveTo>
                    <a:pt x="133364" y="135894"/>
                  </a:moveTo>
                  <a:lnTo>
                    <a:pt x="133404" y="135828"/>
                  </a:lnTo>
                  <a:lnTo>
                    <a:pt x="138076" y="128353"/>
                  </a:lnTo>
                  <a:lnTo>
                    <a:pt x="52221" y="91273"/>
                  </a:lnTo>
                  <a:lnTo>
                    <a:pt x="52221" y="162276"/>
                  </a:lnTo>
                  <a:lnTo>
                    <a:pt x="119137" y="158666"/>
                  </a:lnTo>
                  <a:cubicBezTo>
                    <a:pt x="126288" y="147216"/>
                    <a:pt x="128329" y="143950"/>
                    <a:pt x="133364" y="135894"/>
                  </a:cubicBezTo>
                  <a:close/>
                  <a:moveTo>
                    <a:pt x="108620" y="214972"/>
                  </a:moveTo>
                  <a:lnTo>
                    <a:pt x="0" y="198545"/>
                  </a:lnTo>
                  <a:lnTo>
                    <a:pt x="0" y="407110"/>
                  </a:lnTo>
                  <a:lnTo>
                    <a:pt x="15820" y="409502"/>
                  </a:lnTo>
                  <a:lnTo>
                    <a:pt x="17876" y="408543"/>
                  </a:lnTo>
                  <a:lnTo>
                    <a:pt x="17876" y="275004"/>
                  </a:lnTo>
                  <a:lnTo>
                    <a:pt x="108620" y="248654"/>
                  </a:lnTo>
                  <a:close/>
                  <a:moveTo>
                    <a:pt x="152202" y="300084"/>
                  </a:moveTo>
                  <a:lnTo>
                    <a:pt x="39606" y="307153"/>
                  </a:lnTo>
                  <a:lnTo>
                    <a:pt x="39606" y="398747"/>
                  </a:lnTo>
                  <a:lnTo>
                    <a:pt x="53763" y="392247"/>
                  </a:lnTo>
                  <a:lnTo>
                    <a:pt x="107223" y="409519"/>
                  </a:lnTo>
                  <a:lnTo>
                    <a:pt x="107223" y="493496"/>
                  </a:lnTo>
                  <a:lnTo>
                    <a:pt x="118169" y="492479"/>
                  </a:lnTo>
                  <a:lnTo>
                    <a:pt x="118169" y="373364"/>
                  </a:lnTo>
                  <a:lnTo>
                    <a:pt x="151392" y="350382"/>
                  </a:lnTo>
                  <a:close/>
                  <a:moveTo>
                    <a:pt x="808367" y="574398"/>
                  </a:moveTo>
                  <a:lnTo>
                    <a:pt x="843675" y="584517"/>
                  </a:lnTo>
                  <a:lnTo>
                    <a:pt x="843675" y="577448"/>
                  </a:lnTo>
                  <a:lnTo>
                    <a:pt x="861257" y="550543"/>
                  </a:lnTo>
                  <a:lnTo>
                    <a:pt x="906809" y="551176"/>
                  </a:lnTo>
                  <a:lnTo>
                    <a:pt x="906809" y="394045"/>
                  </a:lnTo>
                  <a:lnTo>
                    <a:pt x="808367" y="365834"/>
                  </a:lnTo>
                  <a:close/>
                  <a:moveTo>
                    <a:pt x="654538" y="616952"/>
                  </a:moveTo>
                  <a:lnTo>
                    <a:pt x="721499" y="662732"/>
                  </a:lnTo>
                  <a:lnTo>
                    <a:pt x="721499" y="454168"/>
                  </a:lnTo>
                  <a:lnTo>
                    <a:pt x="654538" y="408388"/>
                  </a:lnTo>
                  <a:close/>
                  <a:moveTo>
                    <a:pt x="571176" y="679603"/>
                  </a:moveTo>
                  <a:lnTo>
                    <a:pt x="592522" y="623913"/>
                  </a:lnTo>
                  <a:lnTo>
                    <a:pt x="592522" y="415348"/>
                  </a:lnTo>
                  <a:lnTo>
                    <a:pt x="571176" y="471038"/>
                  </a:lnTo>
                  <a:close/>
                  <a:moveTo>
                    <a:pt x="479377" y="624559"/>
                  </a:moveTo>
                  <a:lnTo>
                    <a:pt x="503268" y="679993"/>
                  </a:lnTo>
                  <a:lnTo>
                    <a:pt x="503268" y="471429"/>
                  </a:lnTo>
                  <a:lnTo>
                    <a:pt x="479377" y="415994"/>
                  </a:lnTo>
                  <a:close/>
                  <a:moveTo>
                    <a:pt x="352222" y="664853"/>
                  </a:moveTo>
                  <a:lnTo>
                    <a:pt x="417057" y="618314"/>
                  </a:lnTo>
                  <a:lnTo>
                    <a:pt x="417057" y="409749"/>
                  </a:lnTo>
                  <a:lnTo>
                    <a:pt x="352222" y="456288"/>
                  </a:lnTo>
                  <a:close/>
                  <a:moveTo>
                    <a:pt x="914261" y="295699"/>
                  </a:moveTo>
                  <a:lnTo>
                    <a:pt x="1027154" y="301467"/>
                  </a:lnTo>
                  <a:lnTo>
                    <a:pt x="1027154" y="461514"/>
                  </a:lnTo>
                  <a:lnTo>
                    <a:pt x="1018156" y="458074"/>
                  </a:lnTo>
                  <a:lnTo>
                    <a:pt x="972261" y="474644"/>
                  </a:lnTo>
                  <a:lnTo>
                    <a:pt x="972261" y="507228"/>
                  </a:lnTo>
                  <a:lnTo>
                    <a:pt x="951671" y="506176"/>
                  </a:lnTo>
                  <a:lnTo>
                    <a:pt x="951671" y="368568"/>
                  </a:lnTo>
                  <a:lnTo>
                    <a:pt x="914261" y="343908"/>
                  </a:lnTo>
                  <a:close/>
                  <a:moveTo>
                    <a:pt x="530871" y="103385"/>
                  </a:moveTo>
                  <a:cubicBezTo>
                    <a:pt x="415685" y="103385"/>
                    <a:pt x="322306" y="149997"/>
                    <a:pt x="322306" y="207494"/>
                  </a:cubicBezTo>
                  <a:cubicBezTo>
                    <a:pt x="322306" y="249001"/>
                    <a:pt x="370971" y="284836"/>
                    <a:pt x="441373" y="301556"/>
                  </a:cubicBezTo>
                  <a:cubicBezTo>
                    <a:pt x="468494" y="295115"/>
                    <a:pt x="498840" y="291510"/>
                    <a:pt x="530873" y="291510"/>
                  </a:cubicBezTo>
                  <a:cubicBezTo>
                    <a:pt x="562905" y="291510"/>
                    <a:pt x="593250" y="295115"/>
                    <a:pt x="620371" y="301556"/>
                  </a:cubicBezTo>
                  <a:cubicBezTo>
                    <a:pt x="690772" y="284835"/>
                    <a:pt x="739435" y="249000"/>
                    <a:pt x="739435" y="207494"/>
                  </a:cubicBezTo>
                  <a:cubicBezTo>
                    <a:pt x="739435" y="149997"/>
                    <a:pt x="646056" y="103385"/>
                    <a:pt x="530871" y="103385"/>
                  </a:cubicBezTo>
                  <a:close/>
                  <a:moveTo>
                    <a:pt x="164194" y="398319"/>
                  </a:moveTo>
                  <a:lnTo>
                    <a:pt x="261306" y="368979"/>
                  </a:lnTo>
                  <a:lnTo>
                    <a:pt x="261306" y="511515"/>
                  </a:lnTo>
                  <a:lnTo>
                    <a:pt x="234732" y="482868"/>
                  </a:lnTo>
                  <a:lnTo>
                    <a:pt x="164194" y="488730"/>
                  </a:lnTo>
                  <a:close/>
                  <a:moveTo>
                    <a:pt x="261306" y="577544"/>
                  </a:moveTo>
                  <a:lnTo>
                    <a:pt x="261306" y="511515"/>
                  </a:lnTo>
                  <a:moveTo>
                    <a:pt x="133404" y="135828"/>
                  </a:moveTo>
                  <a:cubicBezTo>
                    <a:pt x="133391" y="135850"/>
                    <a:pt x="133377" y="135872"/>
                    <a:pt x="133364" y="135894"/>
                  </a:cubicBezTo>
                  <a:moveTo>
                    <a:pt x="862727" y="75216"/>
                  </a:moveTo>
                  <a:cubicBezTo>
                    <a:pt x="852462" y="69650"/>
                    <a:pt x="846828" y="66594"/>
                    <a:pt x="841193" y="63539"/>
                  </a:cubicBezTo>
                  <a:cubicBezTo>
                    <a:pt x="835558" y="60483"/>
                    <a:pt x="829924" y="57428"/>
                    <a:pt x="819659" y="51861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303804" y="2432543"/>
              <a:ext cx="1061729" cy="528224"/>
            </a:xfrm>
            <a:custGeom>
              <a:avLst/>
              <a:gdLst/>
              <a:ahLst/>
              <a:cxnLst/>
              <a:rect l="0" t="0" r="0" b="0"/>
              <a:pathLst>
                <a:path w="1061729" h="528224">
                  <a:moveTo>
                    <a:pt x="3158" y="238448"/>
                  </a:moveTo>
                  <a:cubicBezTo>
                    <a:pt x="3640" y="235869"/>
                    <a:pt x="6310" y="221548"/>
                    <a:pt x="6310" y="221548"/>
                  </a:cubicBezTo>
                  <a:lnTo>
                    <a:pt x="52221" y="219072"/>
                  </a:lnTo>
                  <a:lnTo>
                    <a:pt x="119137" y="215463"/>
                  </a:lnTo>
                  <a:cubicBezTo>
                    <a:pt x="126288" y="204012"/>
                    <a:pt x="128329" y="200745"/>
                    <a:pt x="133364" y="192690"/>
                  </a:cubicBezTo>
                  <a:cubicBezTo>
                    <a:pt x="133377" y="192668"/>
                    <a:pt x="133391" y="192646"/>
                    <a:pt x="133404" y="192624"/>
                  </a:cubicBezTo>
                  <a:lnTo>
                    <a:pt x="138076" y="185148"/>
                  </a:lnTo>
                  <a:lnTo>
                    <a:pt x="52221" y="148070"/>
                  </a:lnTo>
                  <a:lnTo>
                    <a:pt x="62956" y="138524"/>
                  </a:lnTo>
                  <a:cubicBezTo>
                    <a:pt x="70286" y="132006"/>
                    <a:pt x="71828" y="130635"/>
                    <a:pt x="85495" y="118489"/>
                  </a:cubicBezTo>
                  <a:lnTo>
                    <a:pt x="187262" y="134852"/>
                  </a:lnTo>
                  <a:lnTo>
                    <a:pt x="193522" y="135859"/>
                  </a:lnTo>
                  <a:lnTo>
                    <a:pt x="235506" y="112016"/>
                  </a:lnTo>
                  <a:lnTo>
                    <a:pt x="187262" y="60696"/>
                  </a:lnTo>
                  <a:cubicBezTo>
                    <a:pt x="196985" y="57081"/>
                    <a:pt x="202960" y="54859"/>
                    <a:pt x="207592" y="53137"/>
                  </a:cubicBezTo>
                  <a:cubicBezTo>
                    <a:pt x="217390" y="49494"/>
                    <a:pt x="221185" y="48084"/>
                    <a:pt x="241744" y="40438"/>
                  </a:cubicBezTo>
                  <a:lnTo>
                    <a:pt x="326293" y="78260"/>
                  </a:lnTo>
                  <a:cubicBezTo>
                    <a:pt x="340056" y="75104"/>
                    <a:pt x="347614" y="73370"/>
                    <a:pt x="355172" y="71637"/>
                  </a:cubicBezTo>
                  <a:cubicBezTo>
                    <a:pt x="362729" y="69902"/>
                    <a:pt x="370288" y="68169"/>
                    <a:pt x="384050" y="65013"/>
                  </a:cubicBezTo>
                  <a:lnTo>
                    <a:pt x="381753" y="8321"/>
                  </a:lnTo>
                  <a:cubicBezTo>
                    <a:pt x="400173" y="6255"/>
                    <a:pt x="407531" y="5430"/>
                    <a:pt x="414889" y="4604"/>
                  </a:cubicBezTo>
                  <a:cubicBezTo>
                    <a:pt x="422247" y="3778"/>
                    <a:pt x="429604" y="2952"/>
                    <a:pt x="448018" y="885"/>
                  </a:cubicBezTo>
                  <a:lnTo>
                    <a:pt x="494464" y="52620"/>
                  </a:lnTo>
                  <a:cubicBezTo>
                    <a:pt x="509776" y="52532"/>
                    <a:pt x="518108" y="52485"/>
                    <a:pt x="526515" y="52436"/>
                  </a:cubicBezTo>
                  <a:cubicBezTo>
                    <a:pt x="534741" y="52389"/>
                    <a:pt x="543039" y="52341"/>
                    <a:pt x="558019" y="52255"/>
                  </a:cubicBezTo>
                  <a:lnTo>
                    <a:pt x="602071" y="0"/>
                  </a:lnTo>
                  <a:cubicBezTo>
                    <a:pt x="630154" y="2810"/>
                    <a:pt x="632653" y="3061"/>
                    <a:pt x="648381" y="4638"/>
                  </a:cubicBezTo>
                  <a:cubicBezTo>
                    <a:pt x="653385" y="5139"/>
                    <a:pt x="659729" y="5776"/>
                    <a:pt x="668664" y="6670"/>
                  </a:cubicBezTo>
                  <a:lnTo>
                    <a:pt x="668981" y="63372"/>
                  </a:lnTo>
                  <a:cubicBezTo>
                    <a:pt x="682889" y="66371"/>
                    <a:pt x="690525" y="68016"/>
                    <a:pt x="698161" y="69662"/>
                  </a:cubicBezTo>
                  <a:cubicBezTo>
                    <a:pt x="705795" y="71309"/>
                    <a:pt x="713431" y="72954"/>
                    <a:pt x="727339" y="75953"/>
                  </a:cubicBezTo>
                  <a:lnTo>
                    <a:pt x="810124" y="37169"/>
                  </a:lnTo>
                  <a:cubicBezTo>
                    <a:pt x="825521" y="42622"/>
                    <a:pt x="831672" y="44802"/>
                    <a:pt x="837824" y="46980"/>
                  </a:cubicBezTo>
                  <a:cubicBezTo>
                    <a:pt x="843975" y="49159"/>
                    <a:pt x="850127" y="51340"/>
                    <a:pt x="865524" y="56795"/>
                  </a:cubicBezTo>
                  <a:lnTo>
                    <a:pt x="819659" y="108657"/>
                  </a:lnTo>
                  <a:cubicBezTo>
                    <a:pt x="829924" y="114223"/>
                    <a:pt x="835558" y="117279"/>
                    <a:pt x="841193" y="120334"/>
                  </a:cubicBezTo>
                  <a:cubicBezTo>
                    <a:pt x="846828" y="123390"/>
                    <a:pt x="852462" y="126445"/>
                    <a:pt x="862727" y="132012"/>
                  </a:cubicBezTo>
                  <a:lnTo>
                    <a:pt x="969924" y="113403"/>
                  </a:lnTo>
                  <a:cubicBezTo>
                    <a:pt x="979554" y="121520"/>
                    <a:pt x="983398" y="124761"/>
                    <a:pt x="987246" y="128004"/>
                  </a:cubicBezTo>
                  <a:cubicBezTo>
                    <a:pt x="991090" y="131245"/>
                    <a:pt x="994937" y="134487"/>
                    <a:pt x="1004556" y="142594"/>
                  </a:cubicBezTo>
                  <a:lnTo>
                    <a:pt x="920435" y="180651"/>
                  </a:lnTo>
                  <a:cubicBezTo>
                    <a:pt x="925282" y="187821"/>
                    <a:pt x="927942" y="191759"/>
                    <a:pt x="930602" y="195695"/>
                  </a:cubicBezTo>
                  <a:cubicBezTo>
                    <a:pt x="933263" y="199632"/>
                    <a:pt x="935923" y="203569"/>
                    <a:pt x="940770" y="210738"/>
                  </a:cubicBezTo>
                  <a:lnTo>
                    <a:pt x="1004556" y="213438"/>
                  </a:lnTo>
                  <a:lnTo>
                    <a:pt x="1053849" y="215524"/>
                  </a:lnTo>
                  <a:cubicBezTo>
                    <a:pt x="1056040" y="224891"/>
                    <a:pt x="1056915" y="228634"/>
                    <a:pt x="1057790" y="232376"/>
                  </a:cubicBezTo>
                  <a:cubicBezTo>
                    <a:pt x="1058663" y="236119"/>
                    <a:pt x="1059538" y="239863"/>
                    <a:pt x="1061729" y="249230"/>
                  </a:cubicBezTo>
                  <a:lnTo>
                    <a:pt x="953897" y="266902"/>
                  </a:lnTo>
                  <a:cubicBezTo>
                    <a:pt x="952488" y="274436"/>
                    <a:pt x="951714" y="278574"/>
                    <a:pt x="950941" y="282711"/>
                  </a:cubicBezTo>
                  <a:cubicBezTo>
                    <a:pt x="950167" y="286849"/>
                    <a:pt x="949394" y="290985"/>
                    <a:pt x="947984" y="298520"/>
                  </a:cubicBezTo>
                  <a:lnTo>
                    <a:pt x="953897" y="300147"/>
                  </a:lnTo>
                  <a:lnTo>
                    <a:pt x="1047394" y="325873"/>
                  </a:lnTo>
                  <a:cubicBezTo>
                    <a:pt x="1041773" y="334871"/>
                    <a:pt x="1039524" y="338468"/>
                    <a:pt x="1037277" y="342063"/>
                  </a:cubicBezTo>
                  <a:cubicBezTo>
                    <a:pt x="1035027" y="345661"/>
                    <a:pt x="1032781" y="349256"/>
                    <a:pt x="1027154" y="358263"/>
                  </a:cubicBezTo>
                  <a:lnTo>
                    <a:pt x="914261" y="352495"/>
                  </a:lnTo>
                  <a:cubicBezTo>
                    <a:pt x="906832" y="359099"/>
                    <a:pt x="902757" y="362722"/>
                    <a:pt x="898676" y="366348"/>
                  </a:cubicBezTo>
                  <a:cubicBezTo>
                    <a:pt x="894605" y="369965"/>
                    <a:pt x="890531" y="373586"/>
                    <a:pt x="883120" y="380176"/>
                  </a:cubicBezTo>
                  <a:lnTo>
                    <a:pt x="951671" y="425364"/>
                  </a:lnTo>
                  <a:lnTo>
                    <a:pt x="937720" y="433286"/>
                  </a:lnTo>
                  <a:cubicBezTo>
                    <a:pt x="927373" y="439160"/>
                    <a:pt x="925553" y="440194"/>
                    <a:pt x="906809" y="450841"/>
                  </a:cubicBezTo>
                  <a:lnTo>
                    <a:pt x="808367" y="422629"/>
                  </a:lnTo>
                  <a:cubicBezTo>
                    <a:pt x="801697" y="425110"/>
                    <a:pt x="796678" y="426977"/>
                    <a:pt x="792404" y="428566"/>
                  </a:cubicBezTo>
                  <a:cubicBezTo>
                    <a:pt x="791969" y="428729"/>
                    <a:pt x="791544" y="428886"/>
                    <a:pt x="791125" y="429043"/>
                  </a:cubicBezTo>
                  <a:cubicBezTo>
                    <a:pt x="780624" y="432948"/>
                    <a:pt x="774336" y="435287"/>
                    <a:pt x="757382" y="441591"/>
                  </a:cubicBezTo>
                  <a:lnTo>
                    <a:pt x="783218" y="496805"/>
                  </a:lnTo>
                  <a:lnTo>
                    <a:pt x="721499" y="510963"/>
                  </a:lnTo>
                  <a:lnTo>
                    <a:pt x="654538" y="465183"/>
                  </a:lnTo>
                  <a:cubicBezTo>
                    <a:pt x="645548" y="466193"/>
                    <a:pt x="639023" y="466925"/>
                    <a:pt x="633465" y="467548"/>
                  </a:cubicBezTo>
                  <a:cubicBezTo>
                    <a:pt x="629887" y="467950"/>
                    <a:pt x="626709" y="468307"/>
                    <a:pt x="623530" y="468664"/>
                  </a:cubicBezTo>
                  <a:cubicBezTo>
                    <a:pt x="615416" y="469575"/>
                    <a:pt x="607302" y="470485"/>
                    <a:pt x="592522" y="472144"/>
                  </a:cubicBezTo>
                  <a:lnTo>
                    <a:pt x="571176" y="527834"/>
                  </a:lnTo>
                  <a:lnTo>
                    <a:pt x="503268" y="528224"/>
                  </a:lnTo>
                  <a:lnTo>
                    <a:pt x="479377" y="472790"/>
                  </a:lnTo>
                  <a:cubicBezTo>
                    <a:pt x="464525" y="471302"/>
                    <a:pt x="456371" y="470485"/>
                    <a:pt x="448218" y="469667"/>
                  </a:cubicBezTo>
                  <a:cubicBezTo>
                    <a:pt x="440063" y="468851"/>
                    <a:pt x="431909" y="468034"/>
                    <a:pt x="417057" y="466546"/>
                  </a:cubicBezTo>
                  <a:lnTo>
                    <a:pt x="352222" y="513084"/>
                  </a:lnTo>
                  <a:lnTo>
                    <a:pt x="289867" y="499641"/>
                  </a:lnTo>
                  <a:lnTo>
                    <a:pt x="313151" y="444145"/>
                  </a:lnTo>
                  <a:cubicBezTo>
                    <a:pt x="300797" y="439767"/>
                    <a:pt x="294013" y="437363"/>
                    <a:pt x="287229" y="434960"/>
                  </a:cubicBezTo>
                  <a:cubicBezTo>
                    <a:pt x="280445" y="432557"/>
                    <a:pt x="273660" y="430153"/>
                    <a:pt x="261306" y="425775"/>
                  </a:cubicBezTo>
                  <a:lnTo>
                    <a:pt x="164194" y="455114"/>
                  </a:lnTo>
                  <a:cubicBezTo>
                    <a:pt x="151402" y="448179"/>
                    <a:pt x="146293" y="445408"/>
                    <a:pt x="141182" y="442637"/>
                  </a:cubicBezTo>
                  <a:cubicBezTo>
                    <a:pt x="136071" y="439866"/>
                    <a:pt x="130960" y="437094"/>
                    <a:pt x="118169" y="430160"/>
                  </a:cubicBezTo>
                  <a:lnTo>
                    <a:pt x="151392" y="407178"/>
                  </a:lnTo>
                  <a:lnTo>
                    <a:pt x="184615" y="384195"/>
                  </a:lnTo>
                  <a:cubicBezTo>
                    <a:pt x="176881" y="377677"/>
                    <a:pt x="172639" y="374102"/>
                    <a:pt x="168391" y="370523"/>
                  </a:cubicBezTo>
                  <a:cubicBezTo>
                    <a:pt x="164156" y="366954"/>
                    <a:pt x="159915" y="363381"/>
                    <a:pt x="152202" y="356879"/>
                  </a:cubicBezTo>
                  <a:lnTo>
                    <a:pt x="39606" y="363948"/>
                  </a:lnTo>
                  <a:cubicBezTo>
                    <a:pt x="32205" y="353001"/>
                    <a:pt x="30251" y="350109"/>
                    <a:pt x="27069" y="345400"/>
                  </a:cubicBezTo>
                  <a:cubicBezTo>
                    <a:pt x="25057" y="342423"/>
                    <a:pt x="22555" y="338721"/>
                    <a:pt x="17876" y="331799"/>
                  </a:cubicBezTo>
                  <a:lnTo>
                    <a:pt x="108620" y="305451"/>
                  </a:lnTo>
                  <a:lnTo>
                    <a:pt x="115993" y="303309"/>
                  </a:lnTo>
                  <a:cubicBezTo>
                    <a:pt x="114236" y="295793"/>
                    <a:pt x="113271" y="291666"/>
                    <a:pt x="112306" y="287538"/>
                  </a:cubicBezTo>
                  <a:cubicBezTo>
                    <a:pt x="111341" y="283411"/>
                    <a:pt x="110377" y="279284"/>
                    <a:pt x="108620" y="271767"/>
                  </a:cubicBezTo>
                  <a:lnTo>
                    <a:pt x="0" y="255341"/>
                  </a:lnTo>
                  <a:cubicBezTo>
                    <a:pt x="1756" y="245952"/>
                    <a:pt x="2457" y="242200"/>
                    <a:pt x="3158" y="238448"/>
                  </a:cubicBezTo>
                  <a:close/>
                  <a:moveTo>
                    <a:pt x="739423" y="264112"/>
                  </a:moveTo>
                  <a:cubicBezTo>
                    <a:pt x="739423" y="206615"/>
                    <a:pt x="646042" y="160003"/>
                    <a:pt x="530858" y="160003"/>
                  </a:cubicBezTo>
                  <a:cubicBezTo>
                    <a:pt x="415672" y="160003"/>
                    <a:pt x="322293" y="206615"/>
                    <a:pt x="322293" y="264112"/>
                  </a:cubicBezTo>
                  <a:cubicBezTo>
                    <a:pt x="322293" y="321609"/>
                    <a:pt x="415672" y="368220"/>
                    <a:pt x="530858" y="368220"/>
                  </a:cubicBezTo>
                  <a:cubicBezTo>
                    <a:pt x="646042" y="368220"/>
                    <a:pt x="739423" y="321609"/>
                    <a:pt x="739423" y="264112"/>
                  </a:cubicBezTo>
                  <a:close/>
                  <a:moveTo>
                    <a:pt x="133364" y="192690"/>
                  </a:moveTo>
                  <a:lnTo>
                    <a:pt x="133404" y="192624"/>
                  </a:lnTo>
                  <a:moveTo>
                    <a:pt x="819659" y="108657"/>
                  </a:moveTo>
                  <a:lnTo>
                    <a:pt x="841193" y="120334"/>
                  </a:lnTo>
                  <a:lnTo>
                    <a:pt x="862727" y="132012"/>
                  </a:lnTo>
                  <a:moveTo>
                    <a:pt x="950941" y="282711"/>
                  </a:moveTo>
                  <a:lnTo>
                    <a:pt x="953897" y="266902"/>
                  </a:lnTo>
                  <a:moveTo>
                    <a:pt x="791125" y="429043"/>
                  </a:moveTo>
                  <a:lnTo>
                    <a:pt x="792404" y="428566"/>
                  </a:lnTo>
                  <a:lnTo>
                    <a:pt x="808367" y="422629"/>
                  </a:lnTo>
                  <a:moveTo>
                    <a:pt x="623530" y="468664"/>
                  </a:moveTo>
                  <a:lnTo>
                    <a:pt x="633465" y="467548"/>
                  </a:lnTo>
                  <a:moveTo>
                    <a:pt x="417057" y="466546"/>
                  </a:moveTo>
                  <a:lnTo>
                    <a:pt x="448218" y="469667"/>
                  </a:lnTo>
                  <a:lnTo>
                    <a:pt x="479377" y="472790"/>
                  </a:lnTo>
                  <a:moveTo>
                    <a:pt x="261306" y="425775"/>
                  </a:moveTo>
                  <a:lnTo>
                    <a:pt x="287229" y="434960"/>
                  </a:lnTo>
                  <a:lnTo>
                    <a:pt x="313151" y="444145"/>
                  </a:lnTo>
                  <a:moveTo>
                    <a:pt x="118169" y="430160"/>
                  </a:moveTo>
                  <a:lnTo>
                    <a:pt x="141182" y="442637"/>
                  </a:lnTo>
                  <a:lnTo>
                    <a:pt x="164194" y="455114"/>
                  </a:lnTo>
                  <a:moveTo>
                    <a:pt x="17876" y="331799"/>
                  </a:moveTo>
                  <a:lnTo>
                    <a:pt x="27069" y="345400"/>
                  </a:lnTo>
                  <a:moveTo>
                    <a:pt x="108620" y="271767"/>
                  </a:moveTo>
                  <a:lnTo>
                    <a:pt x="112306" y="287538"/>
                  </a:lnTo>
                  <a:lnTo>
                    <a:pt x="115993" y="303309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475017" y="2432543"/>
            <a:ext cx="1061732" cy="736787"/>
            <a:chOff x="6475017" y="2432543"/>
            <a:chExt cx="1061732" cy="736787"/>
          </a:xfrm>
        </p:grpSpPr>
        <p:sp>
          <p:nvSpPr>
            <p:cNvPr id="12" name="Rounded Rectangle 11"/>
            <p:cNvSpPr/>
            <p:nvPr/>
          </p:nvSpPr>
          <p:spPr>
            <a:xfrm>
              <a:off x="6583659" y="2699443"/>
              <a:ext cx="845277" cy="414451"/>
            </a:xfrm>
            <a:custGeom>
              <a:avLst/>
              <a:gdLst/>
              <a:ahLst/>
              <a:cxnLst/>
              <a:rect l="0" t="0" r="0" b="0"/>
              <a:pathLst>
                <a:path w="845277" h="414451">
                  <a:moveTo>
                    <a:pt x="75990" y="117290"/>
                  </a:moveTo>
                  <a:cubicBezTo>
                    <a:pt x="68256" y="110775"/>
                    <a:pt x="64017" y="107203"/>
                    <a:pt x="59769" y="103622"/>
                  </a:cubicBezTo>
                  <a:cubicBezTo>
                    <a:pt x="55530" y="100050"/>
                    <a:pt x="51292" y="96478"/>
                    <a:pt x="43576" y="89982"/>
                  </a:cubicBezTo>
                  <a:lnTo>
                    <a:pt x="42767" y="140274"/>
                  </a:lnTo>
                  <a:lnTo>
                    <a:pt x="75990" y="117290"/>
                  </a:lnTo>
                  <a:moveTo>
                    <a:pt x="7372" y="36404"/>
                  </a:moveTo>
                  <a:lnTo>
                    <a:pt x="3686" y="20640"/>
                  </a:lnTo>
                  <a:lnTo>
                    <a:pt x="0" y="4867"/>
                  </a:lnTo>
                  <a:lnTo>
                    <a:pt x="0" y="38547"/>
                  </a:lnTo>
                  <a:lnTo>
                    <a:pt x="7372" y="36404"/>
                  </a:lnTo>
                  <a:moveTo>
                    <a:pt x="845277" y="0"/>
                  </a:moveTo>
                  <a:lnTo>
                    <a:pt x="842314" y="15811"/>
                  </a:lnTo>
                  <a:cubicBezTo>
                    <a:pt x="841543" y="19945"/>
                    <a:pt x="840771" y="24088"/>
                    <a:pt x="839362" y="31622"/>
                  </a:cubicBezTo>
                  <a:lnTo>
                    <a:pt x="845277" y="33242"/>
                  </a:lnTo>
                  <a:lnTo>
                    <a:pt x="845277" y="0"/>
                  </a:lnTo>
                  <a:moveTo>
                    <a:pt x="683780" y="370227"/>
                  </a:moveTo>
                  <a:lnTo>
                    <a:pt x="699744" y="364293"/>
                  </a:lnTo>
                  <a:lnTo>
                    <a:pt x="699744" y="155724"/>
                  </a:lnTo>
                  <a:lnTo>
                    <a:pt x="683780" y="161667"/>
                  </a:lnTo>
                  <a:lnTo>
                    <a:pt x="682504" y="161667"/>
                  </a:lnTo>
                  <a:cubicBezTo>
                    <a:pt x="671998" y="166049"/>
                    <a:pt x="665711" y="168382"/>
                    <a:pt x="648757" y="174688"/>
                  </a:cubicBezTo>
                  <a:lnTo>
                    <a:pt x="674598" y="229904"/>
                  </a:lnTo>
                  <a:lnTo>
                    <a:pt x="674598" y="373646"/>
                  </a:lnTo>
                  <a:lnTo>
                    <a:pt x="683780" y="370227"/>
                  </a:lnTo>
                  <a:moveTo>
                    <a:pt x="514978" y="410317"/>
                  </a:moveTo>
                  <a:cubicBezTo>
                    <a:pt x="523065" y="409413"/>
                    <a:pt x="531180" y="408498"/>
                    <a:pt x="545915" y="406850"/>
                  </a:cubicBezTo>
                  <a:lnTo>
                    <a:pt x="545915" y="198281"/>
                  </a:lnTo>
                  <a:cubicBezTo>
                    <a:pt x="536924" y="199291"/>
                    <a:pt x="530399" y="200025"/>
                    <a:pt x="524837" y="200644"/>
                  </a:cubicBezTo>
                  <a:lnTo>
                    <a:pt x="514902" y="201758"/>
                  </a:lnTo>
                  <a:cubicBezTo>
                    <a:pt x="506796" y="202672"/>
                    <a:pt x="498681" y="203587"/>
                    <a:pt x="483898" y="205244"/>
                  </a:cubicBezTo>
                  <a:lnTo>
                    <a:pt x="483898" y="413804"/>
                  </a:lnTo>
                  <a:cubicBezTo>
                    <a:pt x="498681" y="412146"/>
                    <a:pt x="506796" y="411241"/>
                    <a:pt x="514902" y="410327"/>
                  </a:cubicBezTo>
                  <a:moveTo>
                    <a:pt x="339594" y="411327"/>
                  </a:moveTo>
                  <a:lnTo>
                    <a:pt x="370751" y="414451"/>
                  </a:lnTo>
                  <a:lnTo>
                    <a:pt x="370751" y="205892"/>
                  </a:lnTo>
                  <a:lnTo>
                    <a:pt x="339594" y="202768"/>
                  </a:lnTo>
                  <a:lnTo>
                    <a:pt x="308438" y="199643"/>
                  </a:lnTo>
                  <a:lnTo>
                    <a:pt x="308438" y="408212"/>
                  </a:lnTo>
                  <a:lnTo>
                    <a:pt x="339594" y="411327"/>
                  </a:lnTo>
                  <a:moveTo>
                    <a:pt x="152685" y="367436"/>
                  </a:moveTo>
                  <a:lnTo>
                    <a:pt x="178603" y="376628"/>
                  </a:lnTo>
                  <a:lnTo>
                    <a:pt x="181241" y="377561"/>
                  </a:lnTo>
                  <a:lnTo>
                    <a:pt x="181241" y="232743"/>
                  </a:lnTo>
                  <a:lnTo>
                    <a:pt x="204530" y="177241"/>
                  </a:lnTo>
                  <a:lnTo>
                    <a:pt x="178603" y="168059"/>
                  </a:lnTo>
                  <a:lnTo>
                    <a:pt x="152685" y="158877"/>
                  </a:lnTo>
                  <a:lnTo>
                    <a:pt x="152685" y="367436"/>
                  </a:lnTo>
                  <a:moveTo>
                    <a:pt x="790051" y="99450"/>
                  </a:moveTo>
                  <a:cubicBezTo>
                    <a:pt x="794137" y="95821"/>
                    <a:pt x="798214" y="92202"/>
                    <a:pt x="805643" y="85591"/>
                  </a:cubicBezTo>
                  <a:lnTo>
                    <a:pt x="805643" y="133807"/>
                  </a:lnTo>
                  <a:lnTo>
                    <a:pt x="774496" y="113271"/>
                  </a:lnTo>
                  <a:cubicBezTo>
                    <a:pt x="781907" y="106689"/>
                    <a:pt x="785983" y="103060"/>
                    <a:pt x="790051" y="99450"/>
                  </a:cubicBezTo>
                  <a:moveTo>
                    <a:pt x="7372" y="36404"/>
                  </a:moveTo>
                  <a:cubicBezTo>
                    <a:pt x="5610" y="28889"/>
                    <a:pt x="4648" y="24764"/>
                    <a:pt x="3686" y="20640"/>
                  </a:cubicBezTo>
                  <a:cubicBezTo>
                    <a:pt x="2714" y="16506"/>
                    <a:pt x="1752" y="12382"/>
                    <a:pt x="0" y="4867"/>
                  </a:cubicBezTo>
                  <a:lnTo>
                    <a:pt x="7372" y="36404"/>
                  </a:lnTo>
                </a:path>
              </a:pathLst>
            </a:custGeom>
            <a:solidFill>
              <a:srgbClr val="14BAB7">
                <a:alpha val="9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492838" y="2758412"/>
              <a:ext cx="1029519" cy="410918"/>
            </a:xfrm>
            <a:custGeom>
              <a:avLst/>
              <a:gdLst/>
              <a:ahLst/>
              <a:cxnLst/>
              <a:rect l="0" t="0" r="0" b="0"/>
              <a:pathLst>
                <a:path w="1029519" h="410918">
                  <a:moveTo>
                    <a:pt x="1029519" y="200244"/>
                  </a:moveTo>
                  <a:lnTo>
                    <a:pt x="1029519" y="0"/>
                  </a:lnTo>
                  <a:cubicBezTo>
                    <a:pt x="1023889" y="9001"/>
                    <a:pt x="1021641" y="12601"/>
                    <a:pt x="1019394" y="16192"/>
                  </a:cubicBezTo>
                  <a:cubicBezTo>
                    <a:pt x="1017146" y="19792"/>
                    <a:pt x="1014898" y="23383"/>
                    <a:pt x="1009269" y="32394"/>
                  </a:cubicBezTo>
                  <a:lnTo>
                    <a:pt x="1009269" y="192271"/>
                  </a:lnTo>
                  <a:lnTo>
                    <a:pt x="1029519" y="200244"/>
                  </a:lnTo>
                  <a:moveTo>
                    <a:pt x="703621" y="393658"/>
                  </a:moveTo>
                  <a:lnTo>
                    <a:pt x="765343" y="379495"/>
                  </a:lnTo>
                  <a:lnTo>
                    <a:pt x="765343" y="170935"/>
                  </a:lnTo>
                  <a:lnTo>
                    <a:pt x="703621" y="185089"/>
                  </a:lnTo>
                  <a:lnTo>
                    <a:pt x="703621" y="393658"/>
                  </a:lnTo>
                  <a:moveTo>
                    <a:pt x="485384" y="410918"/>
                  </a:moveTo>
                  <a:lnTo>
                    <a:pt x="553297" y="410918"/>
                  </a:lnTo>
                  <a:lnTo>
                    <a:pt x="553297" y="201968"/>
                  </a:lnTo>
                  <a:lnTo>
                    <a:pt x="485384" y="201968"/>
                  </a:lnTo>
                  <a:lnTo>
                    <a:pt x="485384" y="410918"/>
                  </a:lnTo>
                  <a:moveTo>
                    <a:pt x="271986" y="382333"/>
                  </a:moveTo>
                  <a:lnTo>
                    <a:pt x="334346" y="395773"/>
                  </a:lnTo>
                  <a:lnTo>
                    <a:pt x="334346" y="187213"/>
                  </a:lnTo>
                  <a:lnTo>
                    <a:pt x="271986" y="173774"/>
                  </a:lnTo>
                  <a:lnTo>
                    <a:pt x="271986" y="382333"/>
                  </a:lnTo>
                  <a:moveTo>
                    <a:pt x="146313" y="219608"/>
                  </a:moveTo>
                  <a:lnTo>
                    <a:pt x="146313" y="129244"/>
                  </a:lnTo>
                  <a:lnTo>
                    <a:pt x="123301" y="116766"/>
                  </a:lnTo>
                  <a:lnTo>
                    <a:pt x="100288" y="104289"/>
                  </a:lnTo>
                  <a:lnTo>
                    <a:pt x="100288" y="223437"/>
                  </a:lnTo>
                  <a:lnTo>
                    <a:pt x="146313" y="219608"/>
                  </a:lnTo>
                  <a:moveTo>
                    <a:pt x="919838" y="107413"/>
                  </a:moveTo>
                  <a:lnTo>
                    <a:pt x="933792" y="99488"/>
                  </a:lnTo>
                  <a:lnTo>
                    <a:pt x="933792" y="282711"/>
                  </a:lnTo>
                  <a:lnTo>
                    <a:pt x="888930" y="282082"/>
                  </a:lnTo>
                  <a:lnTo>
                    <a:pt x="888930" y="124968"/>
                  </a:lnTo>
                  <a:cubicBezTo>
                    <a:pt x="907637" y="114338"/>
                    <a:pt x="909485" y="113290"/>
                    <a:pt x="919791" y="107442"/>
                  </a:cubicBezTo>
                  <a:moveTo>
                    <a:pt x="9191" y="19526"/>
                  </a:moveTo>
                  <a:cubicBezTo>
                    <a:pt x="12372" y="24241"/>
                    <a:pt x="14325" y="27127"/>
                    <a:pt x="21726" y="38080"/>
                  </a:cubicBezTo>
                  <a:lnTo>
                    <a:pt x="21726" y="129597"/>
                  </a:lnTo>
                  <a:lnTo>
                    <a:pt x="0" y="139512"/>
                  </a:lnTo>
                  <a:lnTo>
                    <a:pt x="0" y="5924"/>
                  </a:lnTo>
                  <a:lnTo>
                    <a:pt x="9191" y="19526"/>
                  </a:lnTo>
                  <a:moveTo>
                    <a:pt x="9191" y="19526"/>
                  </a:moveTo>
                  <a:cubicBezTo>
                    <a:pt x="7181" y="16554"/>
                    <a:pt x="4676" y="12849"/>
                    <a:pt x="0" y="5924"/>
                  </a:cubicBezTo>
                  <a:lnTo>
                    <a:pt x="9191" y="19526"/>
                  </a:lnTo>
                </a:path>
              </a:pathLst>
            </a:custGeom>
            <a:solidFill>
              <a:srgbClr val="14BAB7">
                <a:alpha val="9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475017" y="2489331"/>
              <a:ext cx="1061732" cy="679999"/>
            </a:xfrm>
            <a:custGeom>
              <a:avLst/>
              <a:gdLst/>
              <a:ahLst/>
              <a:cxnLst/>
              <a:rect l="0" t="0" r="0" b="0"/>
              <a:pathLst>
                <a:path w="1061732" h="679999">
                  <a:moveTo>
                    <a:pt x="1061732" y="192433"/>
                  </a:moveTo>
                  <a:lnTo>
                    <a:pt x="953900" y="210111"/>
                  </a:lnTo>
                  <a:lnTo>
                    <a:pt x="953900" y="243354"/>
                  </a:lnTo>
                  <a:lnTo>
                    <a:pt x="1047397" y="269081"/>
                  </a:lnTo>
                  <a:lnTo>
                    <a:pt x="1047397" y="403355"/>
                  </a:lnTo>
                  <a:lnTo>
                    <a:pt x="1061732" y="401002"/>
                  </a:lnTo>
                  <a:lnTo>
                    <a:pt x="1061732" y="192433"/>
                  </a:lnTo>
                  <a:moveTo>
                    <a:pt x="1004554" y="85801"/>
                  </a:moveTo>
                  <a:lnTo>
                    <a:pt x="920438" y="123863"/>
                  </a:lnTo>
                  <a:cubicBezTo>
                    <a:pt x="925277" y="131025"/>
                    <a:pt x="927944" y="134969"/>
                    <a:pt x="930602" y="138903"/>
                  </a:cubicBezTo>
                  <a:cubicBezTo>
                    <a:pt x="933259" y="142836"/>
                    <a:pt x="935926" y="146780"/>
                    <a:pt x="940774" y="153943"/>
                  </a:cubicBezTo>
                  <a:lnTo>
                    <a:pt x="1004554" y="156648"/>
                  </a:lnTo>
                  <a:lnTo>
                    <a:pt x="1004554" y="85801"/>
                  </a:lnTo>
                  <a:moveTo>
                    <a:pt x="865527" y="0"/>
                  </a:moveTo>
                  <a:lnTo>
                    <a:pt x="819654" y="51863"/>
                  </a:lnTo>
                  <a:lnTo>
                    <a:pt x="841190" y="63541"/>
                  </a:lnTo>
                  <a:lnTo>
                    <a:pt x="862726" y="75218"/>
                  </a:lnTo>
                  <a:lnTo>
                    <a:pt x="865527" y="0"/>
                  </a:lnTo>
                  <a:moveTo>
                    <a:pt x="193519" y="79067"/>
                  </a:moveTo>
                  <a:lnTo>
                    <a:pt x="235505" y="55225"/>
                  </a:lnTo>
                  <a:lnTo>
                    <a:pt x="187261" y="3905"/>
                  </a:lnTo>
                  <a:lnTo>
                    <a:pt x="187261" y="78057"/>
                  </a:lnTo>
                  <a:lnTo>
                    <a:pt x="193519" y="79067"/>
                  </a:lnTo>
                  <a:moveTo>
                    <a:pt x="133407" y="135836"/>
                  </a:moveTo>
                  <a:lnTo>
                    <a:pt x="138074" y="128358"/>
                  </a:lnTo>
                  <a:lnTo>
                    <a:pt x="52225" y="91278"/>
                  </a:lnTo>
                  <a:lnTo>
                    <a:pt x="52225" y="162277"/>
                  </a:lnTo>
                  <a:lnTo>
                    <a:pt x="119138" y="158667"/>
                  </a:lnTo>
                  <a:cubicBezTo>
                    <a:pt x="126291" y="147218"/>
                    <a:pt x="128330" y="143951"/>
                    <a:pt x="133359" y="135902"/>
                  </a:cubicBezTo>
                  <a:moveTo>
                    <a:pt x="108623" y="214979"/>
                  </a:moveTo>
                  <a:lnTo>
                    <a:pt x="0" y="198548"/>
                  </a:lnTo>
                  <a:lnTo>
                    <a:pt x="0" y="407117"/>
                  </a:lnTo>
                  <a:lnTo>
                    <a:pt x="15821" y="409508"/>
                  </a:lnTo>
                  <a:lnTo>
                    <a:pt x="17878" y="408546"/>
                  </a:lnTo>
                  <a:lnTo>
                    <a:pt x="17878" y="275005"/>
                  </a:lnTo>
                  <a:lnTo>
                    <a:pt x="108623" y="248659"/>
                  </a:lnTo>
                  <a:lnTo>
                    <a:pt x="108623" y="214979"/>
                  </a:lnTo>
                  <a:moveTo>
                    <a:pt x="152199" y="300085"/>
                  </a:moveTo>
                  <a:lnTo>
                    <a:pt x="39604" y="307152"/>
                  </a:lnTo>
                  <a:lnTo>
                    <a:pt x="39604" y="398754"/>
                  </a:lnTo>
                  <a:lnTo>
                    <a:pt x="53759" y="392249"/>
                  </a:lnTo>
                  <a:lnTo>
                    <a:pt x="107222" y="409527"/>
                  </a:lnTo>
                  <a:lnTo>
                    <a:pt x="107222" y="493499"/>
                  </a:lnTo>
                  <a:lnTo>
                    <a:pt x="118167" y="492480"/>
                  </a:lnTo>
                  <a:lnTo>
                    <a:pt x="118167" y="373370"/>
                  </a:lnTo>
                  <a:lnTo>
                    <a:pt x="151390" y="350386"/>
                  </a:lnTo>
                  <a:lnTo>
                    <a:pt x="152199" y="300085"/>
                  </a:lnTo>
                  <a:moveTo>
                    <a:pt x="808367" y="574405"/>
                  </a:moveTo>
                  <a:lnTo>
                    <a:pt x="843676" y="584520"/>
                  </a:lnTo>
                  <a:lnTo>
                    <a:pt x="843676" y="577453"/>
                  </a:lnTo>
                  <a:lnTo>
                    <a:pt x="861260" y="550545"/>
                  </a:lnTo>
                  <a:lnTo>
                    <a:pt x="906808" y="551183"/>
                  </a:lnTo>
                  <a:lnTo>
                    <a:pt x="906808" y="394049"/>
                  </a:lnTo>
                  <a:lnTo>
                    <a:pt x="808367" y="365836"/>
                  </a:lnTo>
                  <a:lnTo>
                    <a:pt x="808367" y="574405"/>
                  </a:lnTo>
                  <a:moveTo>
                    <a:pt x="654538" y="616953"/>
                  </a:moveTo>
                  <a:lnTo>
                    <a:pt x="721499" y="662739"/>
                  </a:lnTo>
                  <a:lnTo>
                    <a:pt x="721499" y="454171"/>
                  </a:lnTo>
                  <a:lnTo>
                    <a:pt x="654538" y="408393"/>
                  </a:lnTo>
                  <a:lnTo>
                    <a:pt x="654538" y="616953"/>
                  </a:lnTo>
                  <a:moveTo>
                    <a:pt x="571176" y="679608"/>
                  </a:moveTo>
                  <a:lnTo>
                    <a:pt x="592521" y="623916"/>
                  </a:lnTo>
                  <a:lnTo>
                    <a:pt x="592521" y="415356"/>
                  </a:lnTo>
                  <a:lnTo>
                    <a:pt x="571176" y="471039"/>
                  </a:lnTo>
                  <a:lnTo>
                    <a:pt x="571176" y="679608"/>
                  </a:lnTo>
                  <a:moveTo>
                    <a:pt x="479374" y="624563"/>
                  </a:moveTo>
                  <a:lnTo>
                    <a:pt x="503272" y="679999"/>
                  </a:lnTo>
                  <a:lnTo>
                    <a:pt x="503272" y="471430"/>
                  </a:lnTo>
                  <a:lnTo>
                    <a:pt x="479374" y="415994"/>
                  </a:lnTo>
                  <a:lnTo>
                    <a:pt x="479374" y="624563"/>
                  </a:lnTo>
                  <a:moveTo>
                    <a:pt x="352224" y="664854"/>
                  </a:moveTo>
                  <a:lnTo>
                    <a:pt x="417061" y="618315"/>
                  </a:lnTo>
                  <a:lnTo>
                    <a:pt x="417061" y="409755"/>
                  </a:lnTo>
                  <a:lnTo>
                    <a:pt x="352224" y="456295"/>
                  </a:lnTo>
                  <a:lnTo>
                    <a:pt x="352224" y="664854"/>
                  </a:lnTo>
                  <a:moveTo>
                    <a:pt x="914257" y="295703"/>
                  </a:moveTo>
                  <a:lnTo>
                    <a:pt x="1027156" y="301475"/>
                  </a:lnTo>
                  <a:lnTo>
                    <a:pt x="1027156" y="461514"/>
                  </a:lnTo>
                  <a:lnTo>
                    <a:pt x="1018155" y="458076"/>
                  </a:lnTo>
                  <a:lnTo>
                    <a:pt x="972264" y="474649"/>
                  </a:lnTo>
                  <a:lnTo>
                    <a:pt x="972264" y="507234"/>
                  </a:lnTo>
                  <a:lnTo>
                    <a:pt x="951671" y="506177"/>
                  </a:lnTo>
                  <a:lnTo>
                    <a:pt x="951671" y="368569"/>
                  </a:lnTo>
                  <a:lnTo>
                    <a:pt x="914257" y="343909"/>
                  </a:lnTo>
                  <a:lnTo>
                    <a:pt x="914257" y="295703"/>
                  </a:lnTo>
                  <a:moveTo>
                    <a:pt x="530866" y="103393"/>
                  </a:moveTo>
                  <a:cubicBezTo>
                    <a:pt x="415690" y="103393"/>
                    <a:pt x="322306" y="149999"/>
                    <a:pt x="322306" y="207502"/>
                  </a:cubicBezTo>
                  <a:cubicBezTo>
                    <a:pt x="322306" y="249002"/>
                    <a:pt x="370970" y="284845"/>
                    <a:pt x="441369" y="301561"/>
                  </a:cubicBezTo>
                  <a:cubicBezTo>
                    <a:pt x="468496" y="295122"/>
                    <a:pt x="498843" y="291512"/>
                    <a:pt x="530875" y="291512"/>
                  </a:cubicBezTo>
                  <a:cubicBezTo>
                    <a:pt x="562908" y="291512"/>
                    <a:pt x="593255" y="295122"/>
                    <a:pt x="620372" y="301561"/>
                  </a:cubicBezTo>
                  <a:cubicBezTo>
                    <a:pt x="690772" y="284835"/>
                    <a:pt x="739435" y="249002"/>
                    <a:pt x="739435" y="207502"/>
                  </a:cubicBezTo>
                  <a:cubicBezTo>
                    <a:pt x="739435" y="149999"/>
                    <a:pt x="646052" y="103393"/>
                    <a:pt x="530866" y="103393"/>
                  </a:cubicBezTo>
                  <a:moveTo>
                    <a:pt x="164191" y="398325"/>
                  </a:moveTo>
                  <a:lnTo>
                    <a:pt x="261308" y="368979"/>
                  </a:lnTo>
                  <a:lnTo>
                    <a:pt x="261308" y="511521"/>
                  </a:lnTo>
                  <a:lnTo>
                    <a:pt x="234734" y="482869"/>
                  </a:lnTo>
                  <a:lnTo>
                    <a:pt x="164191" y="488737"/>
                  </a:lnTo>
                  <a:lnTo>
                    <a:pt x="164191" y="398325"/>
                  </a:lnTo>
                  <a:moveTo>
                    <a:pt x="819654" y="51863"/>
                  </a:moveTo>
                  <a:lnTo>
                    <a:pt x="862726" y="75218"/>
                  </a:lnTo>
                  <a:cubicBezTo>
                    <a:pt x="852458" y="69656"/>
                    <a:pt x="846829" y="66598"/>
                    <a:pt x="841190" y="63541"/>
                  </a:cubicBezTo>
                  <a:cubicBezTo>
                    <a:pt x="835561" y="60483"/>
                    <a:pt x="829922" y="57435"/>
                    <a:pt x="819654" y="51863"/>
                  </a:cubicBezTo>
                </a:path>
              </a:pathLst>
            </a:custGeom>
            <a:solidFill>
              <a:srgbClr val="14BAB7">
                <a:alpha val="9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475017" y="2432543"/>
              <a:ext cx="1061732" cy="527837"/>
            </a:xfrm>
            <a:custGeom>
              <a:avLst/>
              <a:gdLst/>
              <a:ahLst/>
              <a:cxnLst/>
              <a:rect l="0" t="0" r="0" b="0"/>
              <a:pathLst>
                <a:path w="1061732" h="527837">
                  <a:moveTo>
                    <a:pt x="3162" y="238448"/>
                  </a:moveTo>
                  <a:cubicBezTo>
                    <a:pt x="3638" y="235867"/>
                    <a:pt x="6305" y="221551"/>
                    <a:pt x="6305" y="221551"/>
                  </a:cubicBezTo>
                  <a:lnTo>
                    <a:pt x="52225" y="219075"/>
                  </a:lnTo>
                  <a:lnTo>
                    <a:pt x="119138" y="215465"/>
                  </a:lnTo>
                  <a:cubicBezTo>
                    <a:pt x="126291" y="204015"/>
                    <a:pt x="128330" y="200748"/>
                    <a:pt x="133359" y="192690"/>
                  </a:cubicBezTo>
                  <a:cubicBezTo>
                    <a:pt x="133378" y="192671"/>
                    <a:pt x="133388" y="192643"/>
                    <a:pt x="133407" y="192624"/>
                  </a:cubicBezTo>
                  <a:lnTo>
                    <a:pt x="138074" y="185146"/>
                  </a:lnTo>
                  <a:lnTo>
                    <a:pt x="52225" y="148066"/>
                  </a:lnTo>
                  <a:lnTo>
                    <a:pt x="62960" y="138522"/>
                  </a:lnTo>
                  <a:cubicBezTo>
                    <a:pt x="70284" y="132006"/>
                    <a:pt x="71828" y="130635"/>
                    <a:pt x="85496" y="118490"/>
                  </a:cubicBezTo>
                  <a:lnTo>
                    <a:pt x="187261" y="134854"/>
                  </a:lnTo>
                  <a:lnTo>
                    <a:pt x="193519" y="135855"/>
                  </a:lnTo>
                  <a:lnTo>
                    <a:pt x="235505" y="112013"/>
                  </a:lnTo>
                  <a:lnTo>
                    <a:pt x="187261" y="60693"/>
                  </a:lnTo>
                  <a:cubicBezTo>
                    <a:pt x="196986" y="57083"/>
                    <a:pt x="202958" y="54863"/>
                    <a:pt x="207587" y="53139"/>
                  </a:cubicBezTo>
                  <a:cubicBezTo>
                    <a:pt x="217389" y="49491"/>
                    <a:pt x="221189" y="48082"/>
                    <a:pt x="241744" y="40433"/>
                  </a:cubicBezTo>
                  <a:lnTo>
                    <a:pt x="326297" y="78257"/>
                  </a:lnTo>
                  <a:cubicBezTo>
                    <a:pt x="340052" y="75104"/>
                    <a:pt x="347614" y="73371"/>
                    <a:pt x="355168" y="71637"/>
                  </a:cubicBezTo>
                  <a:cubicBezTo>
                    <a:pt x="362731" y="69903"/>
                    <a:pt x="370284" y="68170"/>
                    <a:pt x="384048" y="65017"/>
                  </a:cubicBezTo>
                  <a:lnTo>
                    <a:pt x="381752" y="8324"/>
                  </a:lnTo>
                  <a:cubicBezTo>
                    <a:pt x="400173" y="6257"/>
                    <a:pt x="407527" y="5429"/>
                    <a:pt x="414889" y="4600"/>
                  </a:cubicBezTo>
                  <a:cubicBezTo>
                    <a:pt x="422243" y="3781"/>
                    <a:pt x="429606" y="2952"/>
                    <a:pt x="448017" y="885"/>
                  </a:cubicBezTo>
                  <a:lnTo>
                    <a:pt x="494461" y="52625"/>
                  </a:lnTo>
                  <a:cubicBezTo>
                    <a:pt x="509777" y="52530"/>
                    <a:pt x="518112" y="52482"/>
                    <a:pt x="526513" y="52435"/>
                  </a:cubicBezTo>
                  <a:cubicBezTo>
                    <a:pt x="534743" y="52387"/>
                    <a:pt x="543039" y="52339"/>
                    <a:pt x="558022" y="52254"/>
                  </a:cubicBezTo>
                  <a:lnTo>
                    <a:pt x="602075" y="0"/>
                  </a:lnTo>
                  <a:cubicBezTo>
                    <a:pt x="630154" y="2809"/>
                    <a:pt x="632650" y="3057"/>
                    <a:pt x="648376" y="4638"/>
                  </a:cubicBezTo>
                  <a:cubicBezTo>
                    <a:pt x="653386" y="5143"/>
                    <a:pt x="659730" y="5772"/>
                    <a:pt x="668664" y="6667"/>
                  </a:cubicBezTo>
                  <a:lnTo>
                    <a:pt x="668664" y="63369"/>
                  </a:lnTo>
                  <a:cubicBezTo>
                    <a:pt x="682885" y="66370"/>
                    <a:pt x="690524" y="68018"/>
                    <a:pt x="698163" y="69665"/>
                  </a:cubicBezTo>
                  <a:cubicBezTo>
                    <a:pt x="705792" y="71313"/>
                    <a:pt x="713432" y="72951"/>
                    <a:pt x="727338" y="75952"/>
                  </a:cubicBezTo>
                  <a:lnTo>
                    <a:pt x="810120" y="37166"/>
                  </a:lnTo>
                  <a:cubicBezTo>
                    <a:pt x="825522" y="42624"/>
                    <a:pt x="831675" y="44805"/>
                    <a:pt x="837828" y="46977"/>
                  </a:cubicBezTo>
                  <a:cubicBezTo>
                    <a:pt x="843972" y="49158"/>
                    <a:pt x="850125" y="51339"/>
                    <a:pt x="865527" y="56797"/>
                  </a:cubicBezTo>
                  <a:lnTo>
                    <a:pt x="819654" y="108661"/>
                  </a:lnTo>
                  <a:cubicBezTo>
                    <a:pt x="829922" y="114223"/>
                    <a:pt x="835561" y="117281"/>
                    <a:pt x="841190" y="120338"/>
                  </a:cubicBezTo>
                  <a:cubicBezTo>
                    <a:pt x="846829" y="123386"/>
                    <a:pt x="852458" y="126444"/>
                    <a:pt x="862726" y="132016"/>
                  </a:cubicBezTo>
                  <a:lnTo>
                    <a:pt x="969921" y="113404"/>
                  </a:lnTo>
                  <a:cubicBezTo>
                    <a:pt x="979551" y="121519"/>
                    <a:pt x="983399" y="124758"/>
                    <a:pt x="987247" y="128006"/>
                  </a:cubicBezTo>
                  <a:cubicBezTo>
                    <a:pt x="991085" y="131244"/>
                    <a:pt x="994933" y="134483"/>
                    <a:pt x="1004554" y="142598"/>
                  </a:cubicBezTo>
                  <a:lnTo>
                    <a:pt x="920438" y="180651"/>
                  </a:lnTo>
                  <a:cubicBezTo>
                    <a:pt x="925277" y="187823"/>
                    <a:pt x="927944" y="191757"/>
                    <a:pt x="930602" y="195691"/>
                  </a:cubicBezTo>
                  <a:cubicBezTo>
                    <a:pt x="933259" y="199634"/>
                    <a:pt x="935926" y="203568"/>
                    <a:pt x="940774" y="210740"/>
                  </a:cubicBezTo>
                  <a:lnTo>
                    <a:pt x="1004554" y="213436"/>
                  </a:lnTo>
                  <a:lnTo>
                    <a:pt x="1053845" y="215522"/>
                  </a:lnTo>
                  <a:cubicBezTo>
                    <a:pt x="1056036" y="224894"/>
                    <a:pt x="1056913" y="228638"/>
                    <a:pt x="1057789" y="232381"/>
                  </a:cubicBezTo>
                  <a:cubicBezTo>
                    <a:pt x="1058665" y="236115"/>
                    <a:pt x="1059541" y="239858"/>
                    <a:pt x="1061732" y="249231"/>
                  </a:cubicBezTo>
                  <a:lnTo>
                    <a:pt x="953900" y="266900"/>
                  </a:lnTo>
                  <a:cubicBezTo>
                    <a:pt x="952490" y="274434"/>
                    <a:pt x="951709" y="278577"/>
                    <a:pt x="950937" y="282711"/>
                  </a:cubicBezTo>
                  <a:cubicBezTo>
                    <a:pt x="950166" y="286845"/>
                    <a:pt x="949394" y="290988"/>
                    <a:pt x="947985" y="298523"/>
                  </a:cubicBezTo>
                  <a:lnTo>
                    <a:pt x="953900" y="300151"/>
                  </a:lnTo>
                  <a:lnTo>
                    <a:pt x="1047397" y="325869"/>
                  </a:lnTo>
                  <a:cubicBezTo>
                    <a:pt x="1041777" y="334870"/>
                    <a:pt x="1039520" y="338470"/>
                    <a:pt x="1037282" y="342061"/>
                  </a:cubicBezTo>
                  <a:cubicBezTo>
                    <a:pt x="1035024" y="345662"/>
                    <a:pt x="1032776" y="349253"/>
                    <a:pt x="1027156" y="358263"/>
                  </a:cubicBezTo>
                  <a:lnTo>
                    <a:pt x="914257" y="352491"/>
                  </a:lnTo>
                  <a:cubicBezTo>
                    <a:pt x="906827" y="359102"/>
                    <a:pt x="902760" y="362721"/>
                    <a:pt x="898674" y="366350"/>
                  </a:cubicBezTo>
                  <a:cubicBezTo>
                    <a:pt x="894607" y="369970"/>
                    <a:pt x="890530" y="373589"/>
                    <a:pt x="883119" y="380180"/>
                  </a:cubicBezTo>
                  <a:lnTo>
                    <a:pt x="951671" y="425367"/>
                  </a:lnTo>
                  <a:lnTo>
                    <a:pt x="937717" y="433282"/>
                  </a:lnTo>
                  <a:cubicBezTo>
                    <a:pt x="927373" y="439159"/>
                    <a:pt x="925553" y="440197"/>
                    <a:pt x="906808" y="450837"/>
                  </a:cubicBezTo>
                  <a:lnTo>
                    <a:pt x="808367" y="422633"/>
                  </a:lnTo>
                  <a:cubicBezTo>
                    <a:pt x="801700" y="425110"/>
                    <a:pt x="796680" y="426977"/>
                    <a:pt x="792403" y="428567"/>
                  </a:cubicBezTo>
                  <a:cubicBezTo>
                    <a:pt x="791965" y="428729"/>
                    <a:pt x="791546" y="428882"/>
                    <a:pt x="791127" y="429044"/>
                  </a:cubicBezTo>
                  <a:cubicBezTo>
                    <a:pt x="780621" y="432949"/>
                    <a:pt x="774334" y="435282"/>
                    <a:pt x="757380" y="441588"/>
                  </a:cubicBezTo>
                  <a:lnTo>
                    <a:pt x="783221" y="496804"/>
                  </a:lnTo>
                  <a:lnTo>
                    <a:pt x="721499" y="510959"/>
                  </a:lnTo>
                  <a:lnTo>
                    <a:pt x="654538" y="465181"/>
                  </a:lnTo>
                  <a:cubicBezTo>
                    <a:pt x="645547" y="466191"/>
                    <a:pt x="639022" y="466925"/>
                    <a:pt x="633469" y="467544"/>
                  </a:cubicBezTo>
                  <a:cubicBezTo>
                    <a:pt x="629888" y="467953"/>
                    <a:pt x="626706" y="468306"/>
                    <a:pt x="623535" y="468668"/>
                  </a:cubicBezTo>
                  <a:cubicBezTo>
                    <a:pt x="615419" y="469572"/>
                    <a:pt x="607304" y="470487"/>
                    <a:pt x="592521" y="472144"/>
                  </a:cubicBezTo>
                  <a:lnTo>
                    <a:pt x="571176" y="527837"/>
                  </a:lnTo>
                  <a:lnTo>
                    <a:pt x="503272" y="527837"/>
                  </a:lnTo>
                  <a:lnTo>
                    <a:pt x="479374" y="472792"/>
                  </a:lnTo>
                  <a:cubicBezTo>
                    <a:pt x="464524" y="471306"/>
                    <a:pt x="456371" y="470487"/>
                    <a:pt x="448217" y="469668"/>
                  </a:cubicBezTo>
                  <a:cubicBezTo>
                    <a:pt x="440064" y="468849"/>
                    <a:pt x="431911" y="468029"/>
                    <a:pt x="417061" y="466544"/>
                  </a:cubicBezTo>
                  <a:lnTo>
                    <a:pt x="352224" y="513083"/>
                  </a:lnTo>
                  <a:lnTo>
                    <a:pt x="289864" y="499643"/>
                  </a:lnTo>
                  <a:lnTo>
                    <a:pt x="313153" y="444141"/>
                  </a:lnTo>
                  <a:cubicBezTo>
                    <a:pt x="300799" y="439769"/>
                    <a:pt x="294017" y="437359"/>
                    <a:pt x="287226" y="434959"/>
                  </a:cubicBezTo>
                  <a:cubicBezTo>
                    <a:pt x="280444" y="432558"/>
                    <a:pt x="273662" y="430148"/>
                    <a:pt x="261308" y="425777"/>
                  </a:cubicBezTo>
                  <a:lnTo>
                    <a:pt x="164191" y="455114"/>
                  </a:lnTo>
                  <a:cubicBezTo>
                    <a:pt x="151399" y="448179"/>
                    <a:pt x="146294" y="445408"/>
                    <a:pt x="141179" y="442636"/>
                  </a:cubicBezTo>
                  <a:cubicBezTo>
                    <a:pt x="136074" y="439864"/>
                    <a:pt x="130959" y="437092"/>
                    <a:pt x="118167" y="430158"/>
                  </a:cubicBezTo>
                  <a:lnTo>
                    <a:pt x="151390" y="407174"/>
                  </a:lnTo>
                  <a:lnTo>
                    <a:pt x="184613" y="384200"/>
                  </a:lnTo>
                  <a:cubicBezTo>
                    <a:pt x="176879" y="377675"/>
                    <a:pt x="172640" y="374103"/>
                    <a:pt x="168392" y="370522"/>
                  </a:cubicBezTo>
                  <a:cubicBezTo>
                    <a:pt x="164153" y="366950"/>
                    <a:pt x="159915" y="363378"/>
                    <a:pt x="152199" y="356882"/>
                  </a:cubicBezTo>
                  <a:lnTo>
                    <a:pt x="39604" y="363950"/>
                  </a:lnTo>
                  <a:cubicBezTo>
                    <a:pt x="32204" y="353006"/>
                    <a:pt x="30251" y="350110"/>
                    <a:pt x="27070" y="345405"/>
                  </a:cubicBezTo>
                  <a:cubicBezTo>
                    <a:pt x="25060" y="342423"/>
                    <a:pt x="22555" y="338718"/>
                    <a:pt x="17878" y="331803"/>
                  </a:cubicBezTo>
                  <a:lnTo>
                    <a:pt x="108623" y="305447"/>
                  </a:lnTo>
                  <a:lnTo>
                    <a:pt x="115995" y="303314"/>
                  </a:lnTo>
                  <a:cubicBezTo>
                    <a:pt x="114233" y="295789"/>
                    <a:pt x="113271" y="291665"/>
                    <a:pt x="112309" y="287540"/>
                  </a:cubicBezTo>
                  <a:cubicBezTo>
                    <a:pt x="111337" y="283416"/>
                    <a:pt x="110375" y="279282"/>
                    <a:pt x="108623" y="271767"/>
                  </a:cubicBezTo>
                  <a:lnTo>
                    <a:pt x="0" y="255336"/>
                  </a:lnTo>
                  <a:cubicBezTo>
                    <a:pt x="1752" y="245954"/>
                    <a:pt x="2457" y="242201"/>
                    <a:pt x="3162" y="238448"/>
                  </a:cubicBezTo>
                  <a:moveTo>
                    <a:pt x="739425" y="264109"/>
                  </a:moveTo>
                  <a:cubicBezTo>
                    <a:pt x="739425" y="206616"/>
                    <a:pt x="646042" y="160000"/>
                    <a:pt x="530856" y="160000"/>
                  </a:cubicBezTo>
                  <a:cubicBezTo>
                    <a:pt x="415670" y="160000"/>
                    <a:pt x="322297" y="206616"/>
                    <a:pt x="322297" y="264109"/>
                  </a:cubicBezTo>
                  <a:cubicBezTo>
                    <a:pt x="322297" y="321611"/>
                    <a:pt x="415670" y="368217"/>
                    <a:pt x="530856" y="368217"/>
                  </a:cubicBezTo>
                  <a:cubicBezTo>
                    <a:pt x="646042" y="368217"/>
                    <a:pt x="739425" y="321611"/>
                    <a:pt x="739425" y="264109"/>
                  </a:cubicBezTo>
                  <a:moveTo>
                    <a:pt x="115995" y="303314"/>
                  </a:moveTo>
                  <a:lnTo>
                    <a:pt x="112309" y="287540"/>
                  </a:lnTo>
                  <a:lnTo>
                    <a:pt x="108623" y="271767"/>
                  </a:lnTo>
                  <a:lnTo>
                    <a:pt x="115995" y="303314"/>
                  </a:lnTo>
                </a:path>
              </a:pathLst>
            </a:custGeom>
            <a:solidFill>
              <a:srgbClr val="14BAB7">
                <a:alpha val="9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475017" y="2432543"/>
            <a:ext cx="1061729" cy="736787"/>
            <a:chOff x="6475017" y="2432543"/>
            <a:chExt cx="1061729" cy="736787"/>
          </a:xfrm>
        </p:grpSpPr>
        <p:sp>
          <p:nvSpPr>
            <p:cNvPr id="17" name="Rounded Rectangle 16"/>
            <p:cNvSpPr/>
            <p:nvPr/>
          </p:nvSpPr>
          <p:spPr>
            <a:xfrm>
              <a:off x="6583656" y="2699444"/>
              <a:ext cx="845277" cy="414452"/>
            </a:xfrm>
            <a:custGeom>
              <a:avLst/>
              <a:gdLst/>
              <a:ahLst/>
              <a:cxnLst/>
              <a:rect l="0" t="0" r="0" b="0"/>
              <a:pathLst>
                <a:path w="845277" h="414452">
                  <a:moveTo>
                    <a:pt x="75996" y="117293"/>
                  </a:moveTo>
                  <a:cubicBezTo>
                    <a:pt x="68262" y="110774"/>
                    <a:pt x="64018" y="107199"/>
                    <a:pt x="59772" y="103620"/>
                  </a:cubicBezTo>
                  <a:cubicBezTo>
                    <a:pt x="55536" y="100051"/>
                    <a:pt x="51295" y="96478"/>
                    <a:pt x="43581" y="89977"/>
                  </a:cubicBezTo>
                  <a:lnTo>
                    <a:pt x="42773" y="140275"/>
                  </a:lnTo>
                  <a:close/>
                  <a:moveTo>
                    <a:pt x="7372" y="36407"/>
                  </a:moveTo>
                  <a:lnTo>
                    <a:pt x="3686" y="20636"/>
                  </a:lnTo>
                  <a:lnTo>
                    <a:pt x="0" y="4865"/>
                  </a:lnTo>
                  <a:lnTo>
                    <a:pt x="0" y="38548"/>
                  </a:lnTo>
                  <a:close/>
                  <a:moveTo>
                    <a:pt x="845277" y="0"/>
                  </a:moveTo>
                  <a:lnTo>
                    <a:pt x="842320" y="15809"/>
                  </a:lnTo>
                  <a:cubicBezTo>
                    <a:pt x="841546" y="19945"/>
                    <a:pt x="840774" y="24083"/>
                    <a:pt x="839363" y="31618"/>
                  </a:cubicBezTo>
                  <a:lnTo>
                    <a:pt x="845277" y="33245"/>
                  </a:lnTo>
                  <a:close/>
                  <a:moveTo>
                    <a:pt x="683784" y="370228"/>
                  </a:moveTo>
                  <a:lnTo>
                    <a:pt x="699747" y="364291"/>
                  </a:lnTo>
                  <a:lnTo>
                    <a:pt x="699747" y="155727"/>
                  </a:lnTo>
                  <a:lnTo>
                    <a:pt x="683784" y="161664"/>
                  </a:lnTo>
                  <a:lnTo>
                    <a:pt x="682504" y="162140"/>
                  </a:lnTo>
                  <a:cubicBezTo>
                    <a:pt x="672004" y="166046"/>
                    <a:pt x="665716" y="168384"/>
                    <a:pt x="648762" y="174689"/>
                  </a:cubicBezTo>
                  <a:lnTo>
                    <a:pt x="674597" y="229903"/>
                  </a:lnTo>
                  <a:lnTo>
                    <a:pt x="674597" y="373645"/>
                  </a:lnTo>
                  <a:close/>
                  <a:moveTo>
                    <a:pt x="514910" y="410326"/>
                  </a:moveTo>
                  <a:lnTo>
                    <a:pt x="514982" y="410318"/>
                  </a:lnTo>
                  <a:cubicBezTo>
                    <a:pt x="523073" y="409410"/>
                    <a:pt x="531182" y="408499"/>
                    <a:pt x="545918" y="406845"/>
                  </a:cubicBezTo>
                  <a:lnTo>
                    <a:pt x="545918" y="198281"/>
                  </a:lnTo>
                  <a:cubicBezTo>
                    <a:pt x="536927" y="199290"/>
                    <a:pt x="530403" y="200022"/>
                    <a:pt x="524844" y="200646"/>
                  </a:cubicBezTo>
                  <a:lnTo>
                    <a:pt x="514910" y="201762"/>
                  </a:lnTo>
                  <a:cubicBezTo>
                    <a:pt x="506795" y="202672"/>
                    <a:pt x="498681" y="203583"/>
                    <a:pt x="483902" y="205241"/>
                  </a:cubicBezTo>
                  <a:lnTo>
                    <a:pt x="483902" y="413806"/>
                  </a:lnTo>
                  <a:cubicBezTo>
                    <a:pt x="498681" y="412148"/>
                    <a:pt x="506795" y="411237"/>
                    <a:pt x="514910" y="410326"/>
                  </a:cubicBezTo>
                  <a:close/>
                  <a:moveTo>
                    <a:pt x="339597" y="411330"/>
                  </a:moveTo>
                  <a:lnTo>
                    <a:pt x="370757" y="414452"/>
                  </a:lnTo>
                  <a:lnTo>
                    <a:pt x="370757" y="205888"/>
                  </a:lnTo>
                  <a:lnTo>
                    <a:pt x="339597" y="202765"/>
                  </a:lnTo>
                  <a:lnTo>
                    <a:pt x="308438" y="199642"/>
                  </a:lnTo>
                  <a:lnTo>
                    <a:pt x="308438" y="408207"/>
                  </a:lnTo>
                  <a:close/>
                  <a:moveTo>
                    <a:pt x="152686" y="367437"/>
                  </a:moveTo>
                  <a:lnTo>
                    <a:pt x="178608" y="376622"/>
                  </a:lnTo>
                  <a:lnTo>
                    <a:pt x="181247" y="377557"/>
                  </a:lnTo>
                  <a:lnTo>
                    <a:pt x="181247" y="232738"/>
                  </a:lnTo>
                  <a:lnTo>
                    <a:pt x="204531" y="177242"/>
                  </a:lnTo>
                  <a:lnTo>
                    <a:pt x="178608" y="168057"/>
                  </a:lnTo>
                  <a:lnTo>
                    <a:pt x="152686" y="158872"/>
                  </a:lnTo>
                  <a:close/>
                  <a:moveTo>
                    <a:pt x="790056" y="99445"/>
                  </a:moveTo>
                  <a:cubicBezTo>
                    <a:pt x="794136" y="95820"/>
                    <a:pt x="798212" y="92197"/>
                    <a:pt x="805642" y="85592"/>
                  </a:cubicBezTo>
                  <a:lnTo>
                    <a:pt x="805642" y="133802"/>
                  </a:lnTo>
                  <a:lnTo>
                    <a:pt x="774500" y="113273"/>
                  </a:lnTo>
                  <a:cubicBezTo>
                    <a:pt x="781912" y="106684"/>
                    <a:pt x="785986" y="103063"/>
                    <a:pt x="790056" y="99445"/>
                  </a:cubicBezTo>
                  <a:close/>
                  <a:moveTo>
                    <a:pt x="699747" y="364291"/>
                  </a:moveTo>
                  <a:cubicBezTo>
                    <a:pt x="693077" y="366772"/>
                    <a:pt x="688058" y="368639"/>
                    <a:pt x="683784" y="370228"/>
                  </a:cubicBezTo>
                  <a:cubicBezTo>
                    <a:pt x="680406" y="371486"/>
                    <a:pt x="677493" y="372569"/>
                    <a:pt x="674597" y="373645"/>
                  </a:cubicBezTo>
                  <a:moveTo>
                    <a:pt x="514982" y="410318"/>
                  </a:moveTo>
                  <a:cubicBezTo>
                    <a:pt x="514957" y="410320"/>
                    <a:pt x="514934" y="410323"/>
                    <a:pt x="514910" y="410326"/>
                  </a:cubicBezTo>
                  <a:moveTo>
                    <a:pt x="370757" y="414452"/>
                  </a:moveTo>
                  <a:cubicBezTo>
                    <a:pt x="355906" y="412964"/>
                    <a:pt x="347751" y="412147"/>
                    <a:pt x="339597" y="411330"/>
                  </a:cubicBezTo>
                  <a:cubicBezTo>
                    <a:pt x="331444" y="410513"/>
                    <a:pt x="323289" y="409696"/>
                    <a:pt x="308438" y="408207"/>
                  </a:cubicBezTo>
                  <a:moveTo>
                    <a:pt x="181247" y="377557"/>
                  </a:moveTo>
                  <a:cubicBezTo>
                    <a:pt x="180359" y="377242"/>
                    <a:pt x="179484" y="376933"/>
                    <a:pt x="178608" y="376622"/>
                  </a:cubicBezTo>
                  <a:cubicBezTo>
                    <a:pt x="171824" y="374219"/>
                    <a:pt x="165040" y="371815"/>
                    <a:pt x="152686" y="367437"/>
                  </a:cubicBezTo>
                  <a:moveTo>
                    <a:pt x="845277" y="0"/>
                  </a:moveTo>
                  <a:cubicBezTo>
                    <a:pt x="843867" y="7533"/>
                    <a:pt x="843094" y="11671"/>
                    <a:pt x="842320" y="15809"/>
                  </a:cubicBezTo>
                  <a:moveTo>
                    <a:pt x="699747" y="155727"/>
                  </a:moveTo>
                  <a:cubicBezTo>
                    <a:pt x="693077" y="158207"/>
                    <a:pt x="688058" y="160074"/>
                    <a:pt x="683784" y="161664"/>
                  </a:cubicBezTo>
                  <a:cubicBezTo>
                    <a:pt x="683350" y="161826"/>
                    <a:pt x="682924" y="161984"/>
                    <a:pt x="682504" y="162140"/>
                  </a:cubicBezTo>
                  <a:moveTo>
                    <a:pt x="524844" y="200646"/>
                  </a:moveTo>
                  <a:cubicBezTo>
                    <a:pt x="521266" y="201048"/>
                    <a:pt x="518088" y="201405"/>
                    <a:pt x="514910" y="201762"/>
                  </a:cubicBezTo>
                  <a:moveTo>
                    <a:pt x="370757" y="205888"/>
                  </a:moveTo>
                  <a:cubicBezTo>
                    <a:pt x="355906" y="204400"/>
                    <a:pt x="347751" y="203582"/>
                    <a:pt x="339597" y="202765"/>
                  </a:cubicBezTo>
                  <a:cubicBezTo>
                    <a:pt x="331444" y="201948"/>
                    <a:pt x="323289" y="201131"/>
                    <a:pt x="308438" y="199642"/>
                  </a:cubicBezTo>
                  <a:moveTo>
                    <a:pt x="204531" y="177242"/>
                  </a:moveTo>
                  <a:cubicBezTo>
                    <a:pt x="192177" y="172865"/>
                    <a:pt x="185393" y="170461"/>
                    <a:pt x="178608" y="168057"/>
                  </a:cubicBezTo>
                  <a:cubicBezTo>
                    <a:pt x="171824" y="165654"/>
                    <a:pt x="165040" y="163250"/>
                    <a:pt x="152686" y="158872"/>
                  </a:cubicBezTo>
                  <a:moveTo>
                    <a:pt x="7372" y="36407"/>
                  </a:moveTo>
                  <a:cubicBezTo>
                    <a:pt x="5616" y="28890"/>
                    <a:pt x="4652" y="24763"/>
                    <a:pt x="3686" y="20636"/>
                  </a:cubicBezTo>
                  <a:cubicBezTo>
                    <a:pt x="2721" y="16509"/>
                    <a:pt x="1756" y="12381"/>
                    <a:pt x="0" y="4865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492835" y="2758414"/>
              <a:ext cx="1029518" cy="410916"/>
            </a:xfrm>
            <a:custGeom>
              <a:avLst/>
              <a:gdLst/>
              <a:ahLst/>
              <a:cxnLst/>
              <a:rect l="0" t="0" r="0" b="0"/>
              <a:pathLst>
                <a:path w="1029518" h="410916">
                  <a:moveTo>
                    <a:pt x="1029518" y="200240"/>
                  </a:moveTo>
                  <a:lnTo>
                    <a:pt x="1029518" y="134271"/>
                  </a:lnTo>
                  <a:lnTo>
                    <a:pt x="1029518" y="104282"/>
                  </a:lnTo>
                  <a:lnTo>
                    <a:pt x="1029518" y="0"/>
                  </a:lnTo>
                  <a:cubicBezTo>
                    <a:pt x="1023896" y="8998"/>
                    <a:pt x="1021648" y="12596"/>
                    <a:pt x="1019400" y="16190"/>
                  </a:cubicBezTo>
                  <a:cubicBezTo>
                    <a:pt x="1017151" y="19788"/>
                    <a:pt x="1014903" y="23384"/>
                    <a:pt x="1009276" y="32391"/>
                  </a:cubicBezTo>
                  <a:lnTo>
                    <a:pt x="1009276" y="192274"/>
                  </a:lnTo>
                  <a:close/>
                  <a:moveTo>
                    <a:pt x="703621" y="393655"/>
                  </a:moveTo>
                  <a:lnTo>
                    <a:pt x="765342" y="379497"/>
                  </a:lnTo>
                  <a:lnTo>
                    <a:pt x="765342" y="314675"/>
                  </a:lnTo>
                  <a:lnTo>
                    <a:pt x="765342" y="170932"/>
                  </a:lnTo>
                  <a:lnTo>
                    <a:pt x="703621" y="185090"/>
                  </a:lnTo>
                  <a:close/>
                  <a:moveTo>
                    <a:pt x="485391" y="410916"/>
                  </a:moveTo>
                  <a:lnTo>
                    <a:pt x="553298" y="410527"/>
                  </a:lnTo>
                  <a:lnTo>
                    <a:pt x="553298" y="201962"/>
                  </a:lnTo>
                  <a:lnTo>
                    <a:pt x="485391" y="202351"/>
                  </a:lnTo>
                  <a:close/>
                  <a:moveTo>
                    <a:pt x="271990" y="382332"/>
                  </a:moveTo>
                  <a:lnTo>
                    <a:pt x="334346" y="395775"/>
                  </a:lnTo>
                  <a:lnTo>
                    <a:pt x="334346" y="187211"/>
                  </a:lnTo>
                  <a:lnTo>
                    <a:pt x="271990" y="173767"/>
                  </a:lnTo>
                  <a:lnTo>
                    <a:pt x="271990" y="318587"/>
                  </a:lnTo>
                  <a:close/>
                  <a:moveTo>
                    <a:pt x="146318" y="219602"/>
                  </a:moveTo>
                  <a:lnTo>
                    <a:pt x="146318" y="129241"/>
                  </a:lnTo>
                  <a:lnTo>
                    <a:pt x="123304" y="116764"/>
                  </a:lnTo>
                  <a:lnTo>
                    <a:pt x="100291" y="104288"/>
                  </a:lnTo>
                  <a:lnTo>
                    <a:pt x="100291" y="223438"/>
                  </a:lnTo>
                  <a:close/>
                  <a:moveTo>
                    <a:pt x="919843" y="107413"/>
                  </a:moveTo>
                  <a:lnTo>
                    <a:pt x="933793" y="99491"/>
                  </a:lnTo>
                  <a:lnTo>
                    <a:pt x="933793" y="237098"/>
                  </a:lnTo>
                  <a:lnTo>
                    <a:pt x="933793" y="282708"/>
                  </a:lnTo>
                  <a:lnTo>
                    <a:pt x="888932" y="282082"/>
                  </a:lnTo>
                  <a:lnTo>
                    <a:pt x="888932" y="124968"/>
                  </a:lnTo>
                  <a:cubicBezTo>
                    <a:pt x="907644" y="114339"/>
                    <a:pt x="909490" y="113291"/>
                    <a:pt x="919789" y="107443"/>
                  </a:cubicBezTo>
                  <a:close/>
                  <a:moveTo>
                    <a:pt x="9191" y="19527"/>
                  </a:moveTo>
                  <a:cubicBezTo>
                    <a:pt x="12374" y="24236"/>
                    <a:pt x="14329" y="27128"/>
                    <a:pt x="21730" y="38075"/>
                  </a:cubicBezTo>
                  <a:lnTo>
                    <a:pt x="21730" y="129597"/>
                  </a:lnTo>
                  <a:lnTo>
                    <a:pt x="0" y="139510"/>
                  </a:lnTo>
                  <a:lnTo>
                    <a:pt x="0" y="5926"/>
                  </a:lnTo>
                  <a:close/>
                  <a:moveTo>
                    <a:pt x="919789" y="107443"/>
                  </a:moveTo>
                  <a:cubicBezTo>
                    <a:pt x="919808" y="107432"/>
                    <a:pt x="919825" y="107423"/>
                    <a:pt x="919843" y="107413"/>
                  </a:cubicBezTo>
                  <a:moveTo>
                    <a:pt x="146318" y="129241"/>
                  </a:moveTo>
                  <a:cubicBezTo>
                    <a:pt x="133526" y="122306"/>
                    <a:pt x="128415" y="119535"/>
                    <a:pt x="123304" y="116764"/>
                  </a:cubicBezTo>
                  <a:cubicBezTo>
                    <a:pt x="118194" y="113993"/>
                    <a:pt x="113083" y="111221"/>
                    <a:pt x="100291" y="104288"/>
                  </a:cubicBezTo>
                  <a:moveTo>
                    <a:pt x="0" y="5926"/>
                  </a:moveTo>
                  <a:cubicBezTo>
                    <a:pt x="4678" y="12848"/>
                    <a:pt x="7180" y="16550"/>
                    <a:pt x="9191" y="1952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475017" y="2489335"/>
              <a:ext cx="1061729" cy="679993"/>
            </a:xfrm>
            <a:custGeom>
              <a:avLst/>
              <a:gdLst/>
              <a:ahLst/>
              <a:cxnLst/>
              <a:rect l="0" t="0" r="0" b="0"/>
              <a:pathLst>
                <a:path w="1061729" h="679993">
                  <a:moveTo>
                    <a:pt x="1061729" y="192434"/>
                  </a:moveTo>
                  <a:lnTo>
                    <a:pt x="953897" y="210106"/>
                  </a:lnTo>
                  <a:lnTo>
                    <a:pt x="953897" y="243352"/>
                  </a:lnTo>
                  <a:lnTo>
                    <a:pt x="1047394" y="269077"/>
                  </a:lnTo>
                  <a:lnTo>
                    <a:pt x="1047394" y="403347"/>
                  </a:lnTo>
                  <a:lnTo>
                    <a:pt x="1061729" y="400999"/>
                  </a:lnTo>
                  <a:close/>
                  <a:moveTo>
                    <a:pt x="1004556" y="85798"/>
                  </a:moveTo>
                  <a:lnTo>
                    <a:pt x="920435" y="123856"/>
                  </a:lnTo>
                  <a:cubicBezTo>
                    <a:pt x="925282" y="131026"/>
                    <a:pt x="927942" y="134963"/>
                    <a:pt x="930602" y="138899"/>
                  </a:cubicBezTo>
                  <a:cubicBezTo>
                    <a:pt x="933263" y="142836"/>
                    <a:pt x="935923" y="146773"/>
                    <a:pt x="940770" y="153942"/>
                  </a:cubicBezTo>
                  <a:lnTo>
                    <a:pt x="1004556" y="156642"/>
                  </a:lnTo>
                  <a:close/>
                  <a:moveTo>
                    <a:pt x="865524" y="0"/>
                  </a:moveTo>
                  <a:lnTo>
                    <a:pt x="819659" y="51861"/>
                  </a:lnTo>
                  <a:lnTo>
                    <a:pt x="841193" y="63539"/>
                  </a:lnTo>
                  <a:lnTo>
                    <a:pt x="862727" y="75216"/>
                  </a:lnTo>
                  <a:close/>
                  <a:moveTo>
                    <a:pt x="193522" y="79062"/>
                  </a:moveTo>
                  <a:lnTo>
                    <a:pt x="235506" y="55220"/>
                  </a:lnTo>
                  <a:lnTo>
                    <a:pt x="187262" y="3901"/>
                  </a:lnTo>
                  <a:lnTo>
                    <a:pt x="187262" y="78056"/>
                  </a:lnTo>
                  <a:close/>
                  <a:moveTo>
                    <a:pt x="133364" y="135894"/>
                  </a:moveTo>
                  <a:lnTo>
                    <a:pt x="133404" y="135828"/>
                  </a:lnTo>
                  <a:lnTo>
                    <a:pt x="138076" y="128353"/>
                  </a:lnTo>
                  <a:lnTo>
                    <a:pt x="52221" y="91273"/>
                  </a:lnTo>
                  <a:lnTo>
                    <a:pt x="52221" y="162276"/>
                  </a:lnTo>
                  <a:lnTo>
                    <a:pt x="119137" y="158666"/>
                  </a:lnTo>
                  <a:cubicBezTo>
                    <a:pt x="126288" y="147216"/>
                    <a:pt x="128329" y="143950"/>
                    <a:pt x="133364" y="135894"/>
                  </a:cubicBezTo>
                  <a:close/>
                  <a:moveTo>
                    <a:pt x="108620" y="214972"/>
                  </a:moveTo>
                  <a:lnTo>
                    <a:pt x="0" y="198545"/>
                  </a:lnTo>
                  <a:lnTo>
                    <a:pt x="0" y="407110"/>
                  </a:lnTo>
                  <a:lnTo>
                    <a:pt x="15820" y="409502"/>
                  </a:lnTo>
                  <a:lnTo>
                    <a:pt x="17876" y="408543"/>
                  </a:lnTo>
                  <a:lnTo>
                    <a:pt x="17876" y="275004"/>
                  </a:lnTo>
                  <a:lnTo>
                    <a:pt x="108620" y="248654"/>
                  </a:lnTo>
                  <a:close/>
                  <a:moveTo>
                    <a:pt x="152202" y="300084"/>
                  </a:moveTo>
                  <a:lnTo>
                    <a:pt x="39606" y="307153"/>
                  </a:lnTo>
                  <a:lnTo>
                    <a:pt x="39606" y="398747"/>
                  </a:lnTo>
                  <a:lnTo>
                    <a:pt x="53763" y="392247"/>
                  </a:lnTo>
                  <a:lnTo>
                    <a:pt x="107223" y="409519"/>
                  </a:lnTo>
                  <a:lnTo>
                    <a:pt x="107223" y="493496"/>
                  </a:lnTo>
                  <a:lnTo>
                    <a:pt x="118169" y="492479"/>
                  </a:lnTo>
                  <a:lnTo>
                    <a:pt x="118169" y="373364"/>
                  </a:lnTo>
                  <a:lnTo>
                    <a:pt x="151392" y="350382"/>
                  </a:lnTo>
                  <a:close/>
                  <a:moveTo>
                    <a:pt x="808367" y="574398"/>
                  </a:moveTo>
                  <a:lnTo>
                    <a:pt x="843675" y="584517"/>
                  </a:lnTo>
                  <a:lnTo>
                    <a:pt x="843675" y="577448"/>
                  </a:lnTo>
                  <a:lnTo>
                    <a:pt x="861257" y="550543"/>
                  </a:lnTo>
                  <a:lnTo>
                    <a:pt x="906809" y="551176"/>
                  </a:lnTo>
                  <a:lnTo>
                    <a:pt x="906809" y="394045"/>
                  </a:lnTo>
                  <a:lnTo>
                    <a:pt x="808367" y="365834"/>
                  </a:lnTo>
                  <a:close/>
                  <a:moveTo>
                    <a:pt x="654538" y="616952"/>
                  </a:moveTo>
                  <a:lnTo>
                    <a:pt x="721499" y="662732"/>
                  </a:lnTo>
                  <a:lnTo>
                    <a:pt x="721499" y="454168"/>
                  </a:lnTo>
                  <a:lnTo>
                    <a:pt x="654538" y="408388"/>
                  </a:lnTo>
                  <a:close/>
                  <a:moveTo>
                    <a:pt x="571176" y="679603"/>
                  </a:moveTo>
                  <a:lnTo>
                    <a:pt x="592522" y="623913"/>
                  </a:lnTo>
                  <a:lnTo>
                    <a:pt x="592522" y="415348"/>
                  </a:lnTo>
                  <a:lnTo>
                    <a:pt x="571176" y="471038"/>
                  </a:lnTo>
                  <a:close/>
                  <a:moveTo>
                    <a:pt x="479377" y="624559"/>
                  </a:moveTo>
                  <a:lnTo>
                    <a:pt x="503268" y="679993"/>
                  </a:lnTo>
                  <a:lnTo>
                    <a:pt x="503268" y="471429"/>
                  </a:lnTo>
                  <a:lnTo>
                    <a:pt x="479377" y="415994"/>
                  </a:lnTo>
                  <a:close/>
                  <a:moveTo>
                    <a:pt x="352222" y="664853"/>
                  </a:moveTo>
                  <a:lnTo>
                    <a:pt x="417057" y="618314"/>
                  </a:lnTo>
                  <a:lnTo>
                    <a:pt x="417057" y="409749"/>
                  </a:lnTo>
                  <a:lnTo>
                    <a:pt x="352222" y="456288"/>
                  </a:lnTo>
                  <a:close/>
                  <a:moveTo>
                    <a:pt x="914261" y="295699"/>
                  </a:moveTo>
                  <a:lnTo>
                    <a:pt x="1027154" y="301467"/>
                  </a:lnTo>
                  <a:lnTo>
                    <a:pt x="1027154" y="461514"/>
                  </a:lnTo>
                  <a:lnTo>
                    <a:pt x="1018156" y="458074"/>
                  </a:lnTo>
                  <a:lnTo>
                    <a:pt x="972261" y="474644"/>
                  </a:lnTo>
                  <a:lnTo>
                    <a:pt x="972261" y="507228"/>
                  </a:lnTo>
                  <a:lnTo>
                    <a:pt x="951671" y="506176"/>
                  </a:lnTo>
                  <a:lnTo>
                    <a:pt x="951671" y="368568"/>
                  </a:lnTo>
                  <a:lnTo>
                    <a:pt x="914261" y="343908"/>
                  </a:lnTo>
                  <a:close/>
                  <a:moveTo>
                    <a:pt x="530871" y="103385"/>
                  </a:moveTo>
                  <a:cubicBezTo>
                    <a:pt x="415685" y="103385"/>
                    <a:pt x="322306" y="149997"/>
                    <a:pt x="322306" y="207494"/>
                  </a:cubicBezTo>
                  <a:cubicBezTo>
                    <a:pt x="322306" y="249001"/>
                    <a:pt x="370971" y="284836"/>
                    <a:pt x="441373" y="301556"/>
                  </a:cubicBezTo>
                  <a:cubicBezTo>
                    <a:pt x="468494" y="295115"/>
                    <a:pt x="498840" y="291510"/>
                    <a:pt x="530873" y="291510"/>
                  </a:cubicBezTo>
                  <a:cubicBezTo>
                    <a:pt x="562905" y="291510"/>
                    <a:pt x="593250" y="295115"/>
                    <a:pt x="620371" y="301556"/>
                  </a:cubicBezTo>
                  <a:cubicBezTo>
                    <a:pt x="690772" y="284835"/>
                    <a:pt x="739435" y="249000"/>
                    <a:pt x="739435" y="207494"/>
                  </a:cubicBezTo>
                  <a:cubicBezTo>
                    <a:pt x="739435" y="149997"/>
                    <a:pt x="646056" y="103385"/>
                    <a:pt x="530871" y="103385"/>
                  </a:cubicBezTo>
                  <a:close/>
                  <a:moveTo>
                    <a:pt x="164194" y="398319"/>
                  </a:moveTo>
                  <a:lnTo>
                    <a:pt x="261306" y="368979"/>
                  </a:lnTo>
                  <a:lnTo>
                    <a:pt x="261306" y="511515"/>
                  </a:lnTo>
                  <a:lnTo>
                    <a:pt x="234732" y="482868"/>
                  </a:lnTo>
                  <a:lnTo>
                    <a:pt x="164194" y="488730"/>
                  </a:lnTo>
                  <a:close/>
                  <a:moveTo>
                    <a:pt x="261306" y="577544"/>
                  </a:moveTo>
                  <a:lnTo>
                    <a:pt x="261306" y="511515"/>
                  </a:lnTo>
                  <a:moveTo>
                    <a:pt x="133404" y="135828"/>
                  </a:moveTo>
                  <a:cubicBezTo>
                    <a:pt x="133391" y="135850"/>
                    <a:pt x="133377" y="135872"/>
                    <a:pt x="133364" y="135894"/>
                  </a:cubicBezTo>
                  <a:moveTo>
                    <a:pt x="862727" y="75216"/>
                  </a:moveTo>
                  <a:cubicBezTo>
                    <a:pt x="852462" y="69650"/>
                    <a:pt x="846828" y="66594"/>
                    <a:pt x="841193" y="63539"/>
                  </a:cubicBezTo>
                  <a:cubicBezTo>
                    <a:pt x="835558" y="60483"/>
                    <a:pt x="829924" y="57428"/>
                    <a:pt x="819659" y="51861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475017" y="2432543"/>
              <a:ext cx="1061729" cy="528224"/>
            </a:xfrm>
            <a:custGeom>
              <a:avLst/>
              <a:gdLst/>
              <a:ahLst/>
              <a:cxnLst/>
              <a:rect l="0" t="0" r="0" b="0"/>
              <a:pathLst>
                <a:path w="1061729" h="528224">
                  <a:moveTo>
                    <a:pt x="3158" y="238448"/>
                  </a:moveTo>
                  <a:cubicBezTo>
                    <a:pt x="3640" y="235869"/>
                    <a:pt x="6310" y="221548"/>
                    <a:pt x="6310" y="221548"/>
                  </a:cubicBezTo>
                  <a:lnTo>
                    <a:pt x="52221" y="219072"/>
                  </a:lnTo>
                  <a:lnTo>
                    <a:pt x="119137" y="215463"/>
                  </a:lnTo>
                  <a:cubicBezTo>
                    <a:pt x="126288" y="204012"/>
                    <a:pt x="128329" y="200745"/>
                    <a:pt x="133364" y="192690"/>
                  </a:cubicBezTo>
                  <a:cubicBezTo>
                    <a:pt x="133377" y="192668"/>
                    <a:pt x="133391" y="192646"/>
                    <a:pt x="133404" y="192624"/>
                  </a:cubicBezTo>
                  <a:lnTo>
                    <a:pt x="138076" y="185148"/>
                  </a:lnTo>
                  <a:lnTo>
                    <a:pt x="52221" y="148070"/>
                  </a:lnTo>
                  <a:lnTo>
                    <a:pt x="62956" y="138524"/>
                  </a:lnTo>
                  <a:cubicBezTo>
                    <a:pt x="70286" y="132006"/>
                    <a:pt x="71828" y="130635"/>
                    <a:pt x="85495" y="118489"/>
                  </a:cubicBezTo>
                  <a:lnTo>
                    <a:pt x="187262" y="134852"/>
                  </a:lnTo>
                  <a:lnTo>
                    <a:pt x="193522" y="135859"/>
                  </a:lnTo>
                  <a:lnTo>
                    <a:pt x="235506" y="112016"/>
                  </a:lnTo>
                  <a:lnTo>
                    <a:pt x="187262" y="60696"/>
                  </a:lnTo>
                  <a:cubicBezTo>
                    <a:pt x="196985" y="57081"/>
                    <a:pt x="202960" y="54859"/>
                    <a:pt x="207592" y="53137"/>
                  </a:cubicBezTo>
                  <a:cubicBezTo>
                    <a:pt x="217390" y="49494"/>
                    <a:pt x="221185" y="48084"/>
                    <a:pt x="241744" y="40438"/>
                  </a:cubicBezTo>
                  <a:lnTo>
                    <a:pt x="326293" y="78260"/>
                  </a:lnTo>
                  <a:cubicBezTo>
                    <a:pt x="340056" y="75104"/>
                    <a:pt x="347614" y="73370"/>
                    <a:pt x="355172" y="71637"/>
                  </a:cubicBezTo>
                  <a:cubicBezTo>
                    <a:pt x="362729" y="69902"/>
                    <a:pt x="370288" y="68169"/>
                    <a:pt x="384050" y="65013"/>
                  </a:cubicBezTo>
                  <a:lnTo>
                    <a:pt x="381753" y="8321"/>
                  </a:lnTo>
                  <a:cubicBezTo>
                    <a:pt x="400173" y="6255"/>
                    <a:pt x="407531" y="5430"/>
                    <a:pt x="414889" y="4604"/>
                  </a:cubicBezTo>
                  <a:cubicBezTo>
                    <a:pt x="422247" y="3778"/>
                    <a:pt x="429604" y="2952"/>
                    <a:pt x="448018" y="885"/>
                  </a:cubicBezTo>
                  <a:lnTo>
                    <a:pt x="494464" y="52620"/>
                  </a:lnTo>
                  <a:cubicBezTo>
                    <a:pt x="509776" y="52532"/>
                    <a:pt x="518108" y="52485"/>
                    <a:pt x="526515" y="52436"/>
                  </a:cubicBezTo>
                  <a:cubicBezTo>
                    <a:pt x="534741" y="52389"/>
                    <a:pt x="543039" y="52341"/>
                    <a:pt x="558019" y="52255"/>
                  </a:cubicBezTo>
                  <a:lnTo>
                    <a:pt x="602071" y="0"/>
                  </a:lnTo>
                  <a:cubicBezTo>
                    <a:pt x="630154" y="2810"/>
                    <a:pt x="632653" y="3061"/>
                    <a:pt x="648381" y="4638"/>
                  </a:cubicBezTo>
                  <a:cubicBezTo>
                    <a:pt x="653385" y="5139"/>
                    <a:pt x="659729" y="5776"/>
                    <a:pt x="668664" y="6670"/>
                  </a:cubicBezTo>
                  <a:lnTo>
                    <a:pt x="668981" y="63372"/>
                  </a:lnTo>
                  <a:cubicBezTo>
                    <a:pt x="682889" y="66371"/>
                    <a:pt x="690525" y="68016"/>
                    <a:pt x="698161" y="69662"/>
                  </a:cubicBezTo>
                  <a:cubicBezTo>
                    <a:pt x="705795" y="71309"/>
                    <a:pt x="713431" y="72954"/>
                    <a:pt x="727339" y="75953"/>
                  </a:cubicBezTo>
                  <a:lnTo>
                    <a:pt x="810124" y="37169"/>
                  </a:lnTo>
                  <a:cubicBezTo>
                    <a:pt x="825521" y="42622"/>
                    <a:pt x="831672" y="44802"/>
                    <a:pt x="837824" y="46980"/>
                  </a:cubicBezTo>
                  <a:cubicBezTo>
                    <a:pt x="843975" y="49159"/>
                    <a:pt x="850127" y="51340"/>
                    <a:pt x="865524" y="56795"/>
                  </a:cubicBezTo>
                  <a:lnTo>
                    <a:pt x="819659" y="108657"/>
                  </a:lnTo>
                  <a:cubicBezTo>
                    <a:pt x="829924" y="114223"/>
                    <a:pt x="835558" y="117279"/>
                    <a:pt x="841193" y="120334"/>
                  </a:cubicBezTo>
                  <a:cubicBezTo>
                    <a:pt x="846828" y="123390"/>
                    <a:pt x="852462" y="126445"/>
                    <a:pt x="862727" y="132012"/>
                  </a:cubicBezTo>
                  <a:lnTo>
                    <a:pt x="969924" y="113403"/>
                  </a:lnTo>
                  <a:cubicBezTo>
                    <a:pt x="979554" y="121520"/>
                    <a:pt x="983398" y="124761"/>
                    <a:pt x="987246" y="128004"/>
                  </a:cubicBezTo>
                  <a:cubicBezTo>
                    <a:pt x="991090" y="131245"/>
                    <a:pt x="994937" y="134487"/>
                    <a:pt x="1004556" y="142594"/>
                  </a:cubicBezTo>
                  <a:lnTo>
                    <a:pt x="920435" y="180651"/>
                  </a:lnTo>
                  <a:cubicBezTo>
                    <a:pt x="925282" y="187821"/>
                    <a:pt x="927942" y="191759"/>
                    <a:pt x="930602" y="195695"/>
                  </a:cubicBezTo>
                  <a:cubicBezTo>
                    <a:pt x="933263" y="199632"/>
                    <a:pt x="935923" y="203569"/>
                    <a:pt x="940770" y="210738"/>
                  </a:cubicBezTo>
                  <a:lnTo>
                    <a:pt x="1004556" y="213438"/>
                  </a:lnTo>
                  <a:lnTo>
                    <a:pt x="1053849" y="215524"/>
                  </a:lnTo>
                  <a:cubicBezTo>
                    <a:pt x="1056040" y="224891"/>
                    <a:pt x="1056915" y="228634"/>
                    <a:pt x="1057790" y="232376"/>
                  </a:cubicBezTo>
                  <a:cubicBezTo>
                    <a:pt x="1058663" y="236119"/>
                    <a:pt x="1059538" y="239863"/>
                    <a:pt x="1061729" y="249230"/>
                  </a:cubicBezTo>
                  <a:lnTo>
                    <a:pt x="953897" y="266902"/>
                  </a:lnTo>
                  <a:cubicBezTo>
                    <a:pt x="952488" y="274436"/>
                    <a:pt x="951714" y="278574"/>
                    <a:pt x="950941" y="282711"/>
                  </a:cubicBezTo>
                  <a:cubicBezTo>
                    <a:pt x="950167" y="286849"/>
                    <a:pt x="949394" y="290985"/>
                    <a:pt x="947984" y="298520"/>
                  </a:cubicBezTo>
                  <a:lnTo>
                    <a:pt x="953897" y="300147"/>
                  </a:lnTo>
                  <a:lnTo>
                    <a:pt x="1047394" y="325873"/>
                  </a:lnTo>
                  <a:cubicBezTo>
                    <a:pt x="1041773" y="334871"/>
                    <a:pt x="1039524" y="338468"/>
                    <a:pt x="1037277" y="342063"/>
                  </a:cubicBezTo>
                  <a:cubicBezTo>
                    <a:pt x="1035027" y="345661"/>
                    <a:pt x="1032781" y="349256"/>
                    <a:pt x="1027154" y="358263"/>
                  </a:cubicBezTo>
                  <a:lnTo>
                    <a:pt x="914261" y="352495"/>
                  </a:lnTo>
                  <a:cubicBezTo>
                    <a:pt x="906832" y="359099"/>
                    <a:pt x="902757" y="362722"/>
                    <a:pt x="898676" y="366348"/>
                  </a:cubicBezTo>
                  <a:cubicBezTo>
                    <a:pt x="894605" y="369965"/>
                    <a:pt x="890531" y="373586"/>
                    <a:pt x="883120" y="380176"/>
                  </a:cubicBezTo>
                  <a:lnTo>
                    <a:pt x="951671" y="425364"/>
                  </a:lnTo>
                  <a:lnTo>
                    <a:pt x="937720" y="433286"/>
                  </a:lnTo>
                  <a:cubicBezTo>
                    <a:pt x="927373" y="439160"/>
                    <a:pt x="925553" y="440194"/>
                    <a:pt x="906809" y="450841"/>
                  </a:cubicBezTo>
                  <a:lnTo>
                    <a:pt x="808367" y="422629"/>
                  </a:lnTo>
                  <a:cubicBezTo>
                    <a:pt x="801697" y="425110"/>
                    <a:pt x="796678" y="426977"/>
                    <a:pt x="792404" y="428566"/>
                  </a:cubicBezTo>
                  <a:cubicBezTo>
                    <a:pt x="791969" y="428729"/>
                    <a:pt x="791544" y="428886"/>
                    <a:pt x="791125" y="429043"/>
                  </a:cubicBezTo>
                  <a:cubicBezTo>
                    <a:pt x="780624" y="432948"/>
                    <a:pt x="774336" y="435287"/>
                    <a:pt x="757382" y="441591"/>
                  </a:cubicBezTo>
                  <a:lnTo>
                    <a:pt x="783218" y="496805"/>
                  </a:lnTo>
                  <a:lnTo>
                    <a:pt x="721499" y="510963"/>
                  </a:lnTo>
                  <a:lnTo>
                    <a:pt x="654538" y="465183"/>
                  </a:lnTo>
                  <a:cubicBezTo>
                    <a:pt x="645548" y="466193"/>
                    <a:pt x="639023" y="466925"/>
                    <a:pt x="633465" y="467548"/>
                  </a:cubicBezTo>
                  <a:cubicBezTo>
                    <a:pt x="629887" y="467950"/>
                    <a:pt x="626709" y="468307"/>
                    <a:pt x="623530" y="468664"/>
                  </a:cubicBezTo>
                  <a:cubicBezTo>
                    <a:pt x="615416" y="469575"/>
                    <a:pt x="607302" y="470485"/>
                    <a:pt x="592522" y="472144"/>
                  </a:cubicBezTo>
                  <a:lnTo>
                    <a:pt x="571176" y="527834"/>
                  </a:lnTo>
                  <a:lnTo>
                    <a:pt x="503268" y="528224"/>
                  </a:lnTo>
                  <a:lnTo>
                    <a:pt x="479377" y="472790"/>
                  </a:lnTo>
                  <a:cubicBezTo>
                    <a:pt x="464525" y="471302"/>
                    <a:pt x="456371" y="470485"/>
                    <a:pt x="448218" y="469667"/>
                  </a:cubicBezTo>
                  <a:cubicBezTo>
                    <a:pt x="440063" y="468851"/>
                    <a:pt x="431909" y="468034"/>
                    <a:pt x="417057" y="466546"/>
                  </a:cubicBezTo>
                  <a:lnTo>
                    <a:pt x="352222" y="513084"/>
                  </a:lnTo>
                  <a:lnTo>
                    <a:pt x="289867" y="499641"/>
                  </a:lnTo>
                  <a:lnTo>
                    <a:pt x="313151" y="444145"/>
                  </a:lnTo>
                  <a:cubicBezTo>
                    <a:pt x="300797" y="439767"/>
                    <a:pt x="294013" y="437363"/>
                    <a:pt x="287229" y="434960"/>
                  </a:cubicBezTo>
                  <a:cubicBezTo>
                    <a:pt x="280445" y="432557"/>
                    <a:pt x="273660" y="430153"/>
                    <a:pt x="261306" y="425775"/>
                  </a:cubicBezTo>
                  <a:lnTo>
                    <a:pt x="164194" y="455114"/>
                  </a:lnTo>
                  <a:cubicBezTo>
                    <a:pt x="151402" y="448179"/>
                    <a:pt x="146293" y="445408"/>
                    <a:pt x="141182" y="442637"/>
                  </a:cubicBezTo>
                  <a:cubicBezTo>
                    <a:pt x="136071" y="439866"/>
                    <a:pt x="130960" y="437094"/>
                    <a:pt x="118169" y="430160"/>
                  </a:cubicBezTo>
                  <a:lnTo>
                    <a:pt x="151392" y="407178"/>
                  </a:lnTo>
                  <a:lnTo>
                    <a:pt x="184615" y="384195"/>
                  </a:lnTo>
                  <a:cubicBezTo>
                    <a:pt x="176881" y="377677"/>
                    <a:pt x="172639" y="374102"/>
                    <a:pt x="168391" y="370523"/>
                  </a:cubicBezTo>
                  <a:cubicBezTo>
                    <a:pt x="164156" y="366954"/>
                    <a:pt x="159915" y="363381"/>
                    <a:pt x="152202" y="356879"/>
                  </a:cubicBezTo>
                  <a:lnTo>
                    <a:pt x="39606" y="363948"/>
                  </a:lnTo>
                  <a:cubicBezTo>
                    <a:pt x="32205" y="353001"/>
                    <a:pt x="30251" y="350109"/>
                    <a:pt x="27069" y="345400"/>
                  </a:cubicBezTo>
                  <a:cubicBezTo>
                    <a:pt x="25057" y="342423"/>
                    <a:pt x="22555" y="338721"/>
                    <a:pt x="17876" y="331799"/>
                  </a:cubicBezTo>
                  <a:lnTo>
                    <a:pt x="108620" y="305451"/>
                  </a:lnTo>
                  <a:lnTo>
                    <a:pt x="115993" y="303309"/>
                  </a:lnTo>
                  <a:cubicBezTo>
                    <a:pt x="114236" y="295793"/>
                    <a:pt x="113271" y="291666"/>
                    <a:pt x="112306" y="287538"/>
                  </a:cubicBezTo>
                  <a:cubicBezTo>
                    <a:pt x="111341" y="283411"/>
                    <a:pt x="110377" y="279284"/>
                    <a:pt x="108620" y="271767"/>
                  </a:cubicBezTo>
                  <a:lnTo>
                    <a:pt x="0" y="255341"/>
                  </a:lnTo>
                  <a:cubicBezTo>
                    <a:pt x="1756" y="245952"/>
                    <a:pt x="2457" y="242200"/>
                    <a:pt x="3158" y="238448"/>
                  </a:cubicBezTo>
                  <a:close/>
                  <a:moveTo>
                    <a:pt x="739423" y="264112"/>
                  </a:moveTo>
                  <a:cubicBezTo>
                    <a:pt x="739423" y="206615"/>
                    <a:pt x="646042" y="160003"/>
                    <a:pt x="530858" y="160003"/>
                  </a:cubicBezTo>
                  <a:cubicBezTo>
                    <a:pt x="415672" y="160003"/>
                    <a:pt x="322293" y="206615"/>
                    <a:pt x="322293" y="264112"/>
                  </a:cubicBezTo>
                  <a:cubicBezTo>
                    <a:pt x="322293" y="321609"/>
                    <a:pt x="415672" y="368220"/>
                    <a:pt x="530858" y="368220"/>
                  </a:cubicBezTo>
                  <a:cubicBezTo>
                    <a:pt x="646042" y="368220"/>
                    <a:pt x="739423" y="321609"/>
                    <a:pt x="739423" y="264112"/>
                  </a:cubicBezTo>
                  <a:close/>
                  <a:moveTo>
                    <a:pt x="133364" y="192690"/>
                  </a:moveTo>
                  <a:lnTo>
                    <a:pt x="133404" y="192624"/>
                  </a:lnTo>
                  <a:moveTo>
                    <a:pt x="819659" y="108657"/>
                  </a:moveTo>
                  <a:lnTo>
                    <a:pt x="841193" y="120334"/>
                  </a:lnTo>
                  <a:lnTo>
                    <a:pt x="862727" y="132012"/>
                  </a:lnTo>
                  <a:moveTo>
                    <a:pt x="950941" y="282711"/>
                  </a:moveTo>
                  <a:lnTo>
                    <a:pt x="953897" y="266902"/>
                  </a:lnTo>
                  <a:moveTo>
                    <a:pt x="791125" y="429043"/>
                  </a:moveTo>
                  <a:lnTo>
                    <a:pt x="792404" y="428566"/>
                  </a:lnTo>
                  <a:lnTo>
                    <a:pt x="808367" y="422629"/>
                  </a:lnTo>
                  <a:moveTo>
                    <a:pt x="623530" y="468664"/>
                  </a:moveTo>
                  <a:lnTo>
                    <a:pt x="633465" y="467548"/>
                  </a:lnTo>
                  <a:moveTo>
                    <a:pt x="417057" y="466546"/>
                  </a:moveTo>
                  <a:lnTo>
                    <a:pt x="448218" y="469667"/>
                  </a:lnTo>
                  <a:lnTo>
                    <a:pt x="479377" y="472790"/>
                  </a:lnTo>
                  <a:moveTo>
                    <a:pt x="261306" y="425775"/>
                  </a:moveTo>
                  <a:lnTo>
                    <a:pt x="287229" y="434960"/>
                  </a:lnTo>
                  <a:lnTo>
                    <a:pt x="313151" y="444145"/>
                  </a:lnTo>
                  <a:moveTo>
                    <a:pt x="118169" y="430160"/>
                  </a:moveTo>
                  <a:lnTo>
                    <a:pt x="141182" y="442637"/>
                  </a:lnTo>
                  <a:lnTo>
                    <a:pt x="164194" y="455114"/>
                  </a:lnTo>
                  <a:moveTo>
                    <a:pt x="17876" y="331799"/>
                  </a:moveTo>
                  <a:lnTo>
                    <a:pt x="27069" y="345400"/>
                  </a:lnTo>
                  <a:moveTo>
                    <a:pt x="108620" y="271767"/>
                  </a:moveTo>
                  <a:lnTo>
                    <a:pt x="112306" y="287538"/>
                  </a:lnTo>
                  <a:lnTo>
                    <a:pt x="115993" y="303309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71350" y="2611526"/>
            <a:ext cx="907637" cy="587177"/>
            <a:chOff x="3771350" y="2611526"/>
            <a:chExt cx="907637" cy="587177"/>
          </a:xfrm>
        </p:grpSpPr>
        <p:sp>
          <p:nvSpPr>
            <p:cNvPr id="22" name="Rounded Rectangle 21"/>
            <p:cNvSpPr/>
            <p:nvPr/>
          </p:nvSpPr>
          <p:spPr>
            <a:xfrm>
              <a:off x="3798762" y="2842717"/>
              <a:ext cx="758285" cy="355977"/>
            </a:xfrm>
            <a:custGeom>
              <a:avLst/>
              <a:gdLst/>
              <a:ahLst/>
              <a:cxnLst/>
              <a:rect l="0" t="0" r="0" b="0"/>
              <a:pathLst>
                <a:path w="758285" h="355977">
                  <a:moveTo>
                    <a:pt x="26308" y="198120"/>
                  </a:moveTo>
                  <a:lnTo>
                    <a:pt x="26308" y="98745"/>
                  </a:lnTo>
                  <a:cubicBezTo>
                    <a:pt x="19411" y="91192"/>
                    <a:pt x="16306" y="87782"/>
                    <a:pt x="13230" y="84410"/>
                  </a:cubicBezTo>
                  <a:cubicBezTo>
                    <a:pt x="10001" y="80867"/>
                    <a:pt x="6886" y="77457"/>
                    <a:pt x="0" y="69913"/>
                  </a:cubicBezTo>
                  <a:lnTo>
                    <a:pt x="0" y="198462"/>
                  </a:lnTo>
                  <a:lnTo>
                    <a:pt x="26308" y="198462"/>
                  </a:lnTo>
                  <a:moveTo>
                    <a:pt x="193909" y="109194"/>
                  </a:moveTo>
                  <a:lnTo>
                    <a:pt x="185165" y="104146"/>
                  </a:lnTo>
                  <a:cubicBezTo>
                    <a:pt x="175460" y="98536"/>
                    <a:pt x="169954" y="95364"/>
                    <a:pt x="157238" y="88020"/>
                  </a:cubicBezTo>
                  <a:lnTo>
                    <a:pt x="157238" y="166649"/>
                  </a:lnTo>
                  <a:lnTo>
                    <a:pt x="193909" y="109194"/>
                  </a:lnTo>
                  <a:moveTo>
                    <a:pt x="187461" y="322154"/>
                  </a:moveTo>
                  <a:lnTo>
                    <a:pt x="207054" y="328450"/>
                  </a:lnTo>
                  <a:lnTo>
                    <a:pt x="207054" y="189414"/>
                  </a:lnTo>
                  <a:lnTo>
                    <a:pt x="187461" y="183108"/>
                  </a:lnTo>
                  <a:cubicBezTo>
                    <a:pt x="177469" y="179898"/>
                    <a:pt x="172621" y="178336"/>
                    <a:pt x="153657" y="172250"/>
                  </a:cubicBezTo>
                  <a:lnTo>
                    <a:pt x="153657" y="311296"/>
                  </a:lnTo>
                  <a:cubicBezTo>
                    <a:pt x="172812" y="317449"/>
                    <a:pt x="177565" y="318973"/>
                    <a:pt x="187461" y="322154"/>
                  </a:cubicBezTo>
                  <a:moveTo>
                    <a:pt x="332479" y="288093"/>
                  </a:moveTo>
                  <a:lnTo>
                    <a:pt x="359406" y="292055"/>
                  </a:lnTo>
                  <a:lnTo>
                    <a:pt x="359406" y="153009"/>
                  </a:lnTo>
                  <a:lnTo>
                    <a:pt x="332479" y="149047"/>
                  </a:lnTo>
                  <a:lnTo>
                    <a:pt x="305590" y="145094"/>
                  </a:lnTo>
                  <a:lnTo>
                    <a:pt x="305590" y="284130"/>
                  </a:lnTo>
                  <a:lnTo>
                    <a:pt x="332479" y="288093"/>
                  </a:lnTo>
                  <a:moveTo>
                    <a:pt x="493118" y="292007"/>
                  </a:moveTo>
                  <a:cubicBezTo>
                    <a:pt x="516007" y="288664"/>
                    <a:pt x="522827" y="287674"/>
                    <a:pt x="546125" y="284273"/>
                  </a:cubicBezTo>
                  <a:lnTo>
                    <a:pt x="546125" y="145237"/>
                  </a:lnTo>
                  <a:cubicBezTo>
                    <a:pt x="522827" y="148628"/>
                    <a:pt x="516007" y="149628"/>
                    <a:pt x="493118" y="152961"/>
                  </a:cubicBezTo>
                  <a:lnTo>
                    <a:pt x="492261" y="152961"/>
                  </a:lnTo>
                  <a:lnTo>
                    <a:pt x="492261" y="292131"/>
                  </a:lnTo>
                  <a:lnTo>
                    <a:pt x="493118" y="292131"/>
                  </a:lnTo>
                  <a:moveTo>
                    <a:pt x="694829" y="88344"/>
                  </a:moveTo>
                  <a:lnTo>
                    <a:pt x="658025" y="109470"/>
                  </a:lnTo>
                  <a:lnTo>
                    <a:pt x="678103" y="141255"/>
                  </a:lnTo>
                  <a:lnTo>
                    <a:pt x="694829" y="142255"/>
                  </a:lnTo>
                  <a:lnTo>
                    <a:pt x="694829" y="88344"/>
                  </a:lnTo>
                  <a:moveTo>
                    <a:pt x="758285" y="400"/>
                  </a:moveTo>
                  <a:cubicBezTo>
                    <a:pt x="756732" y="5753"/>
                    <a:pt x="755665" y="9410"/>
                    <a:pt x="754656" y="12877"/>
                  </a:cubicBezTo>
                  <a:cubicBezTo>
                    <a:pt x="753379" y="17259"/>
                    <a:pt x="752189" y="21316"/>
                    <a:pt x="750217" y="28098"/>
                  </a:cubicBezTo>
                  <a:lnTo>
                    <a:pt x="758285" y="31442"/>
                  </a:lnTo>
                  <a:lnTo>
                    <a:pt x="758285" y="400"/>
                  </a:lnTo>
                  <a:moveTo>
                    <a:pt x="102212" y="27708"/>
                  </a:moveTo>
                  <a:cubicBezTo>
                    <a:pt x="100479" y="21640"/>
                    <a:pt x="99374" y="17745"/>
                    <a:pt x="98259" y="13858"/>
                  </a:cubicBezTo>
                  <a:cubicBezTo>
                    <a:pt x="97154" y="9963"/>
                    <a:pt x="96040" y="6067"/>
                    <a:pt x="94307" y="0"/>
                  </a:cubicBezTo>
                  <a:lnTo>
                    <a:pt x="94307" y="30975"/>
                  </a:lnTo>
                  <a:lnTo>
                    <a:pt x="102212" y="27708"/>
                  </a:lnTo>
                  <a:moveTo>
                    <a:pt x="457390" y="355977"/>
                  </a:moveTo>
                  <a:lnTo>
                    <a:pt x="457390" y="216931"/>
                  </a:lnTo>
                  <a:lnTo>
                    <a:pt x="393887" y="216931"/>
                  </a:lnTo>
                  <a:lnTo>
                    <a:pt x="393887" y="355939"/>
                  </a:lnTo>
                  <a:lnTo>
                    <a:pt x="457390" y="355939"/>
                  </a:lnTo>
                  <a:moveTo>
                    <a:pt x="13230" y="84410"/>
                  </a:moveTo>
                  <a:cubicBezTo>
                    <a:pt x="13201" y="84381"/>
                    <a:pt x="13182" y="84353"/>
                    <a:pt x="13154" y="84324"/>
                  </a:cubicBezTo>
                  <a:cubicBezTo>
                    <a:pt x="13125" y="84296"/>
                    <a:pt x="13096" y="84267"/>
                    <a:pt x="13068" y="84229"/>
                  </a:cubicBezTo>
                </a:path>
              </a:pathLst>
            </a:custGeom>
            <a:solidFill>
              <a:srgbClr val="14BAB7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771350" y="2696765"/>
              <a:ext cx="907637" cy="501938"/>
            </a:xfrm>
            <a:custGeom>
              <a:avLst/>
              <a:gdLst/>
              <a:ahLst/>
              <a:cxnLst/>
              <a:rect l="0" t="0" r="0" b="0"/>
              <a:pathLst>
                <a:path w="907637" h="501938">
                  <a:moveTo>
                    <a:pt x="140855" y="80371"/>
                  </a:moveTo>
                  <a:cubicBezTo>
                    <a:pt x="147532" y="73113"/>
                    <a:pt x="151095" y="69237"/>
                    <a:pt x="155600" y="64331"/>
                  </a:cubicBezTo>
                  <a:lnTo>
                    <a:pt x="164239" y="54940"/>
                  </a:lnTo>
                  <a:lnTo>
                    <a:pt x="90325" y="0"/>
                  </a:lnTo>
                  <a:lnTo>
                    <a:pt x="90325" y="83429"/>
                  </a:lnTo>
                  <a:lnTo>
                    <a:pt x="140855" y="80371"/>
                  </a:lnTo>
                  <a:moveTo>
                    <a:pt x="121748" y="145961"/>
                  </a:moveTo>
                  <a:lnTo>
                    <a:pt x="0" y="119681"/>
                  </a:lnTo>
                  <a:lnTo>
                    <a:pt x="0" y="258727"/>
                  </a:lnTo>
                  <a:lnTo>
                    <a:pt x="27441" y="264652"/>
                  </a:lnTo>
                  <a:lnTo>
                    <a:pt x="27441" y="215865"/>
                  </a:lnTo>
                  <a:lnTo>
                    <a:pt x="121748" y="176926"/>
                  </a:lnTo>
                  <a:lnTo>
                    <a:pt x="121748" y="145961"/>
                  </a:lnTo>
                  <a:moveTo>
                    <a:pt x="184680" y="233076"/>
                  </a:moveTo>
                  <a:lnTo>
                    <a:pt x="53749" y="243801"/>
                  </a:lnTo>
                  <a:lnTo>
                    <a:pt x="53749" y="344090"/>
                  </a:lnTo>
                  <a:lnTo>
                    <a:pt x="123396" y="343138"/>
                  </a:lnTo>
                  <a:lnTo>
                    <a:pt x="141046" y="370027"/>
                  </a:lnTo>
                  <a:lnTo>
                    <a:pt x="141046" y="375694"/>
                  </a:lnTo>
                  <a:lnTo>
                    <a:pt x="181108" y="372408"/>
                  </a:lnTo>
                  <a:lnTo>
                    <a:pt x="181108" y="317296"/>
                  </a:lnTo>
                  <a:lnTo>
                    <a:pt x="184680" y="311705"/>
                  </a:lnTo>
                  <a:lnTo>
                    <a:pt x="184680" y="233076"/>
                  </a:lnTo>
                  <a:moveTo>
                    <a:pt x="234495" y="474411"/>
                  </a:moveTo>
                  <a:lnTo>
                    <a:pt x="333032" y="430091"/>
                  </a:lnTo>
                  <a:lnTo>
                    <a:pt x="333032" y="291045"/>
                  </a:lnTo>
                  <a:lnTo>
                    <a:pt x="234495" y="335365"/>
                  </a:lnTo>
                  <a:lnTo>
                    <a:pt x="234495" y="474411"/>
                  </a:lnTo>
                  <a:moveTo>
                    <a:pt x="386848" y="438007"/>
                  </a:moveTo>
                  <a:lnTo>
                    <a:pt x="421328" y="501891"/>
                  </a:lnTo>
                  <a:lnTo>
                    <a:pt x="421328" y="362854"/>
                  </a:lnTo>
                  <a:lnTo>
                    <a:pt x="386848" y="298961"/>
                  </a:lnTo>
                  <a:lnTo>
                    <a:pt x="386848" y="438007"/>
                  </a:lnTo>
                  <a:moveTo>
                    <a:pt x="484832" y="501938"/>
                  </a:moveTo>
                  <a:lnTo>
                    <a:pt x="519703" y="438083"/>
                  </a:lnTo>
                  <a:lnTo>
                    <a:pt x="519703" y="299037"/>
                  </a:lnTo>
                  <a:lnTo>
                    <a:pt x="484832" y="362892"/>
                  </a:lnTo>
                  <a:lnTo>
                    <a:pt x="484832" y="501938"/>
                  </a:lnTo>
                  <a:moveTo>
                    <a:pt x="457923" y="32765"/>
                  </a:moveTo>
                  <a:cubicBezTo>
                    <a:pt x="342738" y="32765"/>
                    <a:pt x="249364" y="79371"/>
                    <a:pt x="249364" y="136874"/>
                  </a:cubicBezTo>
                  <a:cubicBezTo>
                    <a:pt x="249364" y="163591"/>
                    <a:pt x="269528" y="187956"/>
                    <a:pt x="302675" y="206397"/>
                  </a:cubicBezTo>
                  <a:cubicBezTo>
                    <a:pt x="340861" y="185165"/>
                    <a:pt x="396268" y="171802"/>
                    <a:pt x="457923" y="171802"/>
                  </a:cubicBezTo>
                  <a:cubicBezTo>
                    <a:pt x="519579" y="171802"/>
                    <a:pt x="574986" y="185165"/>
                    <a:pt x="613171" y="206397"/>
                  </a:cubicBezTo>
                  <a:cubicBezTo>
                    <a:pt x="646318" y="187956"/>
                    <a:pt x="666492" y="163591"/>
                    <a:pt x="666492" y="136874"/>
                  </a:cubicBezTo>
                  <a:cubicBezTo>
                    <a:pt x="666492" y="79371"/>
                    <a:pt x="573109" y="32765"/>
                    <a:pt x="457923" y="32765"/>
                  </a:cubicBezTo>
                  <a:moveTo>
                    <a:pt x="573566" y="430234"/>
                  </a:moveTo>
                  <a:lnTo>
                    <a:pt x="618363" y="450484"/>
                  </a:lnTo>
                  <a:lnTo>
                    <a:pt x="618363" y="393134"/>
                  </a:lnTo>
                  <a:lnTo>
                    <a:pt x="634641" y="390563"/>
                  </a:lnTo>
                  <a:lnTo>
                    <a:pt x="634641" y="318792"/>
                  </a:lnTo>
                  <a:lnTo>
                    <a:pt x="573566" y="291188"/>
                  </a:lnTo>
                  <a:lnTo>
                    <a:pt x="573566" y="430234"/>
                  </a:lnTo>
                  <a:moveTo>
                    <a:pt x="732901" y="235191"/>
                  </a:moveTo>
                  <a:lnTo>
                    <a:pt x="722271" y="234305"/>
                  </a:lnTo>
                  <a:lnTo>
                    <a:pt x="722271" y="288131"/>
                  </a:lnTo>
                  <a:lnTo>
                    <a:pt x="732901" y="288788"/>
                  </a:lnTo>
                  <a:lnTo>
                    <a:pt x="732901" y="235191"/>
                  </a:lnTo>
                  <a:moveTo>
                    <a:pt x="907637" y="120224"/>
                  </a:moveTo>
                  <a:lnTo>
                    <a:pt x="785726" y="146361"/>
                  </a:lnTo>
                  <a:lnTo>
                    <a:pt x="785726" y="177403"/>
                  </a:lnTo>
                  <a:lnTo>
                    <a:pt x="879614" y="216379"/>
                  </a:lnTo>
                  <a:lnTo>
                    <a:pt x="879614" y="220103"/>
                  </a:lnTo>
                  <a:lnTo>
                    <a:pt x="907637" y="209978"/>
                  </a:lnTo>
                  <a:lnTo>
                    <a:pt x="907637" y="120224"/>
                  </a:lnTo>
                  <a:moveTo>
                    <a:pt x="818026" y="438"/>
                  </a:moveTo>
                  <a:lnTo>
                    <a:pt x="743778" y="55283"/>
                  </a:lnTo>
                  <a:cubicBezTo>
                    <a:pt x="749607" y="61674"/>
                    <a:pt x="753046" y="65446"/>
                    <a:pt x="756837" y="69599"/>
                  </a:cubicBezTo>
                  <a:lnTo>
                    <a:pt x="767019" y="80752"/>
                  </a:lnTo>
                  <a:lnTo>
                    <a:pt x="818026" y="83896"/>
                  </a:lnTo>
                  <a:lnTo>
                    <a:pt x="818026" y="438"/>
                  </a:lnTo>
                </a:path>
              </a:pathLst>
            </a:custGeom>
            <a:solidFill>
              <a:srgbClr val="14BAB7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771350" y="2611526"/>
              <a:ext cx="907637" cy="448122"/>
            </a:xfrm>
            <a:custGeom>
              <a:avLst/>
              <a:gdLst/>
              <a:ahLst/>
              <a:cxnLst/>
              <a:rect l="0" t="0" r="0" b="0"/>
              <a:pathLst>
                <a:path w="907637" h="448122">
                  <a:moveTo>
                    <a:pt x="461086" y="448113"/>
                  </a:moveTo>
                  <a:cubicBezTo>
                    <a:pt x="449599" y="448103"/>
                    <a:pt x="443807" y="448103"/>
                    <a:pt x="421309" y="448094"/>
                  </a:cubicBezTo>
                  <a:lnTo>
                    <a:pt x="386848" y="384200"/>
                  </a:lnTo>
                  <a:cubicBezTo>
                    <a:pt x="375056" y="382466"/>
                    <a:pt x="367484" y="381352"/>
                    <a:pt x="359921" y="380238"/>
                  </a:cubicBezTo>
                  <a:cubicBezTo>
                    <a:pt x="352358" y="379123"/>
                    <a:pt x="344804" y="378018"/>
                    <a:pt x="333032" y="376285"/>
                  </a:cubicBezTo>
                  <a:lnTo>
                    <a:pt x="234495" y="420604"/>
                  </a:lnTo>
                  <a:cubicBezTo>
                    <a:pt x="225428" y="417690"/>
                    <a:pt x="219589" y="415813"/>
                    <a:pt x="214903" y="414308"/>
                  </a:cubicBezTo>
                  <a:cubicBezTo>
                    <a:pt x="214807" y="414270"/>
                    <a:pt x="214703" y="414242"/>
                    <a:pt x="214598" y="414204"/>
                  </a:cubicBezTo>
                  <a:cubicBezTo>
                    <a:pt x="204911" y="411089"/>
                    <a:pt x="200063" y="409536"/>
                    <a:pt x="181108" y="403440"/>
                  </a:cubicBezTo>
                  <a:lnTo>
                    <a:pt x="184680" y="397840"/>
                  </a:lnTo>
                  <a:lnTo>
                    <a:pt x="221351" y="340385"/>
                  </a:lnTo>
                  <a:lnTo>
                    <a:pt x="212607" y="335337"/>
                  </a:lnTo>
                  <a:cubicBezTo>
                    <a:pt x="202901" y="329736"/>
                    <a:pt x="197396" y="326555"/>
                    <a:pt x="184680" y="319220"/>
                  </a:cubicBezTo>
                  <a:lnTo>
                    <a:pt x="53749" y="329936"/>
                  </a:lnTo>
                  <a:cubicBezTo>
                    <a:pt x="46853" y="322383"/>
                    <a:pt x="43748" y="318973"/>
                    <a:pt x="40671" y="315601"/>
                  </a:cubicBezTo>
                  <a:cubicBezTo>
                    <a:pt x="40643" y="315572"/>
                    <a:pt x="40624" y="315544"/>
                    <a:pt x="40595" y="315515"/>
                  </a:cubicBezTo>
                  <a:cubicBezTo>
                    <a:pt x="40566" y="315487"/>
                    <a:pt x="40538" y="315458"/>
                    <a:pt x="40509" y="315420"/>
                  </a:cubicBezTo>
                  <a:cubicBezTo>
                    <a:pt x="37442" y="312058"/>
                    <a:pt x="34328" y="308648"/>
                    <a:pt x="27441" y="301104"/>
                  </a:cubicBezTo>
                  <a:lnTo>
                    <a:pt x="121748" y="262166"/>
                  </a:lnTo>
                  <a:lnTo>
                    <a:pt x="129654" y="258899"/>
                  </a:lnTo>
                  <a:cubicBezTo>
                    <a:pt x="127930" y="252831"/>
                    <a:pt x="126815" y="248945"/>
                    <a:pt x="125701" y="245049"/>
                  </a:cubicBezTo>
                  <a:cubicBezTo>
                    <a:pt x="124596" y="241153"/>
                    <a:pt x="123482" y="237258"/>
                    <a:pt x="121748" y="231200"/>
                  </a:cubicBezTo>
                  <a:lnTo>
                    <a:pt x="0" y="204920"/>
                  </a:lnTo>
                  <a:cubicBezTo>
                    <a:pt x="2419" y="196634"/>
                    <a:pt x="3495" y="192938"/>
                    <a:pt x="4572" y="189242"/>
                  </a:cubicBezTo>
                  <a:cubicBezTo>
                    <a:pt x="5648" y="185547"/>
                    <a:pt x="6715" y="181851"/>
                    <a:pt x="9134" y="173564"/>
                  </a:cubicBezTo>
                  <a:lnTo>
                    <a:pt x="90325" y="168659"/>
                  </a:lnTo>
                  <a:lnTo>
                    <a:pt x="140855" y="165611"/>
                  </a:lnTo>
                  <a:cubicBezTo>
                    <a:pt x="147532" y="158343"/>
                    <a:pt x="151095" y="154476"/>
                    <a:pt x="155600" y="149571"/>
                  </a:cubicBezTo>
                  <a:cubicBezTo>
                    <a:pt x="158010" y="146951"/>
                    <a:pt x="160677" y="144046"/>
                    <a:pt x="164239" y="140169"/>
                  </a:cubicBezTo>
                  <a:lnTo>
                    <a:pt x="90325" y="85239"/>
                  </a:lnTo>
                  <a:cubicBezTo>
                    <a:pt x="108070" y="75047"/>
                    <a:pt x="109975" y="73952"/>
                    <a:pt x="121558" y="67303"/>
                  </a:cubicBezTo>
                  <a:cubicBezTo>
                    <a:pt x="124358" y="65703"/>
                    <a:pt x="127720" y="63769"/>
                    <a:pt x="131997" y="61312"/>
                  </a:cubicBezTo>
                  <a:lnTo>
                    <a:pt x="251412" y="90144"/>
                  </a:lnTo>
                  <a:lnTo>
                    <a:pt x="298656" y="75037"/>
                  </a:lnTo>
                  <a:lnTo>
                    <a:pt x="296046" y="8886"/>
                  </a:lnTo>
                  <a:cubicBezTo>
                    <a:pt x="302380" y="7962"/>
                    <a:pt x="307333" y="7248"/>
                    <a:pt x="311448" y="6648"/>
                  </a:cubicBezTo>
                  <a:cubicBezTo>
                    <a:pt x="328279" y="4190"/>
                    <a:pt x="331127" y="3771"/>
                    <a:pt x="357025" y="0"/>
                  </a:cubicBezTo>
                  <a:lnTo>
                    <a:pt x="426205" y="56445"/>
                  </a:lnTo>
                  <a:lnTo>
                    <a:pt x="482317" y="56445"/>
                  </a:lnTo>
                  <a:lnTo>
                    <a:pt x="551830" y="114"/>
                  </a:lnTo>
                  <a:cubicBezTo>
                    <a:pt x="567928" y="2486"/>
                    <a:pt x="575109" y="3543"/>
                    <a:pt x="582291" y="4600"/>
                  </a:cubicBezTo>
                  <a:cubicBezTo>
                    <a:pt x="589473" y="5648"/>
                    <a:pt x="596655" y="6705"/>
                    <a:pt x="612762" y="9077"/>
                  </a:cubicBezTo>
                  <a:lnTo>
                    <a:pt x="609752" y="75228"/>
                  </a:lnTo>
                  <a:cubicBezTo>
                    <a:pt x="620058" y="78543"/>
                    <a:pt x="626687" y="80667"/>
                    <a:pt x="633307" y="82800"/>
                  </a:cubicBezTo>
                  <a:cubicBezTo>
                    <a:pt x="639946" y="84934"/>
                    <a:pt x="646576" y="87058"/>
                    <a:pt x="656910" y="90382"/>
                  </a:cubicBezTo>
                  <a:lnTo>
                    <a:pt x="776497" y="61702"/>
                  </a:lnTo>
                  <a:lnTo>
                    <a:pt x="818026" y="85667"/>
                  </a:lnTo>
                  <a:lnTo>
                    <a:pt x="743778" y="140522"/>
                  </a:lnTo>
                  <a:cubicBezTo>
                    <a:pt x="749607" y="146913"/>
                    <a:pt x="753046" y="150685"/>
                    <a:pt x="756837" y="154828"/>
                  </a:cubicBezTo>
                  <a:cubicBezTo>
                    <a:pt x="759656" y="157924"/>
                    <a:pt x="762676" y="161229"/>
                    <a:pt x="767019" y="165992"/>
                  </a:cubicBezTo>
                  <a:lnTo>
                    <a:pt x="818026" y="169135"/>
                  </a:lnTo>
                  <a:lnTo>
                    <a:pt x="898693" y="174097"/>
                  </a:lnTo>
                  <a:lnTo>
                    <a:pt x="907637" y="205463"/>
                  </a:lnTo>
                  <a:lnTo>
                    <a:pt x="785726" y="231600"/>
                  </a:lnTo>
                  <a:cubicBezTo>
                    <a:pt x="784174" y="236943"/>
                    <a:pt x="783107" y="240601"/>
                    <a:pt x="782097" y="244068"/>
                  </a:cubicBezTo>
                  <a:cubicBezTo>
                    <a:pt x="780821" y="248450"/>
                    <a:pt x="779630" y="252517"/>
                    <a:pt x="777659" y="259289"/>
                  </a:cubicBezTo>
                  <a:lnTo>
                    <a:pt x="785726" y="262632"/>
                  </a:lnTo>
                  <a:lnTo>
                    <a:pt x="879614" y="301609"/>
                  </a:lnTo>
                  <a:cubicBezTo>
                    <a:pt x="877957" y="303418"/>
                    <a:pt x="875242" y="306371"/>
                    <a:pt x="875242" y="306371"/>
                  </a:cubicBezTo>
                  <a:lnTo>
                    <a:pt x="778449" y="277796"/>
                  </a:lnTo>
                  <a:lnTo>
                    <a:pt x="732901" y="302971"/>
                  </a:lnTo>
                  <a:lnTo>
                    <a:pt x="732901" y="320420"/>
                  </a:lnTo>
                  <a:lnTo>
                    <a:pt x="722271" y="319535"/>
                  </a:lnTo>
                  <a:lnTo>
                    <a:pt x="685466" y="340661"/>
                  </a:lnTo>
                  <a:lnTo>
                    <a:pt x="705554" y="372456"/>
                  </a:lnTo>
                  <a:lnTo>
                    <a:pt x="655729" y="369579"/>
                  </a:lnTo>
                  <a:lnTo>
                    <a:pt x="634612" y="401802"/>
                  </a:lnTo>
                  <a:lnTo>
                    <a:pt x="634612" y="404031"/>
                  </a:lnTo>
                  <a:lnTo>
                    <a:pt x="573566" y="376427"/>
                  </a:lnTo>
                  <a:cubicBezTo>
                    <a:pt x="550268" y="379828"/>
                    <a:pt x="543448" y="380819"/>
                    <a:pt x="520560" y="384152"/>
                  </a:cubicBezTo>
                  <a:lnTo>
                    <a:pt x="519703" y="384152"/>
                  </a:lnTo>
                  <a:lnTo>
                    <a:pt x="484832" y="448122"/>
                  </a:lnTo>
                  <a:lnTo>
                    <a:pt x="461086" y="448122"/>
                  </a:lnTo>
                  <a:moveTo>
                    <a:pt x="457923" y="117995"/>
                  </a:moveTo>
                  <a:cubicBezTo>
                    <a:pt x="342738" y="117995"/>
                    <a:pt x="249364" y="164611"/>
                    <a:pt x="249364" y="222103"/>
                  </a:cubicBezTo>
                  <a:cubicBezTo>
                    <a:pt x="249364" y="248831"/>
                    <a:pt x="269528" y="273196"/>
                    <a:pt x="302675" y="291626"/>
                  </a:cubicBezTo>
                  <a:cubicBezTo>
                    <a:pt x="340861" y="312858"/>
                    <a:pt x="396268" y="326212"/>
                    <a:pt x="457923" y="326212"/>
                  </a:cubicBezTo>
                  <a:cubicBezTo>
                    <a:pt x="519579" y="326212"/>
                    <a:pt x="574986" y="312858"/>
                    <a:pt x="613171" y="291626"/>
                  </a:cubicBezTo>
                  <a:cubicBezTo>
                    <a:pt x="646318" y="273196"/>
                    <a:pt x="666492" y="248831"/>
                    <a:pt x="666492" y="222103"/>
                  </a:cubicBezTo>
                  <a:cubicBezTo>
                    <a:pt x="666492" y="164611"/>
                    <a:pt x="573109" y="117995"/>
                    <a:pt x="457923" y="117995"/>
                  </a:cubicBezTo>
                </a:path>
              </a:pathLst>
            </a:custGeom>
            <a:solidFill>
              <a:srgbClr val="14BAB7">
                <a:alpha val="60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771350" y="2611526"/>
            <a:ext cx="907634" cy="587174"/>
            <a:chOff x="3771350" y="2611526"/>
            <a:chExt cx="907634" cy="587174"/>
          </a:xfrm>
        </p:grpSpPr>
        <p:sp>
          <p:nvSpPr>
            <p:cNvPr id="26" name="Rounded Rectangle 25"/>
            <p:cNvSpPr/>
            <p:nvPr/>
          </p:nvSpPr>
          <p:spPr>
            <a:xfrm>
              <a:off x="3798747" y="2842722"/>
              <a:ext cx="852175" cy="355973"/>
            </a:xfrm>
            <a:custGeom>
              <a:avLst/>
              <a:gdLst/>
              <a:ahLst/>
              <a:cxnLst/>
              <a:rect l="0" t="0" r="0" b="0"/>
              <a:pathLst>
                <a:path w="852175" h="355973">
                  <a:moveTo>
                    <a:pt x="26306" y="198113"/>
                  </a:moveTo>
                  <a:lnTo>
                    <a:pt x="26306" y="98741"/>
                  </a:lnTo>
                  <a:cubicBezTo>
                    <a:pt x="19410" y="91183"/>
                    <a:pt x="16303" y="87777"/>
                    <a:pt x="13227" y="84404"/>
                  </a:cubicBezTo>
                  <a:lnTo>
                    <a:pt x="13152" y="84322"/>
                  </a:lnTo>
                  <a:lnTo>
                    <a:pt x="13066" y="84227"/>
                  </a:lnTo>
                  <a:cubicBezTo>
                    <a:pt x="9994" y="80860"/>
                    <a:pt x="6887" y="77453"/>
                    <a:pt x="0" y="69905"/>
                  </a:cubicBezTo>
                  <a:lnTo>
                    <a:pt x="0" y="118688"/>
                  </a:lnTo>
                  <a:lnTo>
                    <a:pt x="0" y="198457"/>
                  </a:lnTo>
                  <a:lnTo>
                    <a:pt x="26306" y="198113"/>
                  </a:lnTo>
                  <a:close/>
                  <a:moveTo>
                    <a:pt x="193910" y="109189"/>
                  </a:moveTo>
                  <a:lnTo>
                    <a:pt x="185166" y="104140"/>
                  </a:lnTo>
                  <a:cubicBezTo>
                    <a:pt x="175456" y="98535"/>
                    <a:pt x="169950" y="95355"/>
                    <a:pt x="157232" y="88017"/>
                  </a:cubicBezTo>
                  <a:lnTo>
                    <a:pt x="157232" y="166645"/>
                  </a:lnTo>
                  <a:lnTo>
                    <a:pt x="193910" y="109189"/>
                  </a:lnTo>
                  <a:close/>
                  <a:moveTo>
                    <a:pt x="187461" y="322152"/>
                  </a:moveTo>
                  <a:lnTo>
                    <a:pt x="207050" y="328449"/>
                  </a:lnTo>
                  <a:lnTo>
                    <a:pt x="207050" y="189405"/>
                  </a:lnTo>
                  <a:lnTo>
                    <a:pt x="187461" y="183108"/>
                  </a:lnTo>
                  <a:lnTo>
                    <a:pt x="187157" y="183010"/>
                  </a:lnTo>
                  <a:cubicBezTo>
                    <a:pt x="177463" y="179893"/>
                    <a:pt x="172617" y="178336"/>
                    <a:pt x="153658" y="172244"/>
                  </a:cubicBezTo>
                  <a:lnTo>
                    <a:pt x="153658" y="227355"/>
                  </a:lnTo>
                  <a:lnTo>
                    <a:pt x="153658" y="311288"/>
                  </a:lnTo>
                  <a:cubicBezTo>
                    <a:pt x="172814" y="317443"/>
                    <a:pt x="177561" y="318970"/>
                    <a:pt x="187461" y="322152"/>
                  </a:cubicBezTo>
                  <a:close/>
                  <a:moveTo>
                    <a:pt x="332472" y="288084"/>
                  </a:moveTo>
                  <a:lnTo>
                    <a:pt x="359402" y="292046"/>
                  </a:lnTo>
                  <a:lnTo>
                    <a:pt x="359402" y="153001"/>
                  </a:lnTo>
                  <a:lnTo>
                    <a:pt x="332472" y="149040"/>
                  </a:lnTo>
                  <a:lnTo>
                    <a:pt x="305588" y="145085"/>
                  </a:lnTo>
                  <a:lnTo>
                    <a:pt x="305588" y="284129"/>
                  </a:lnTo>
                  <a:lnTo>
                    <a:pt x="332472" y="288084"/>
                  </a:lnTo>
                  <a:close/>
                  <a:moveTo>
                    <a:pt x="493115" y="291999"/>
                  </a:moveTo>
                  <a:cubicBezTo>
                    <a:pt x="516007" y="288663"/>
                    <a:pt x="522826" y="287670"/>
                    <a:pt x="546126" y="284272"/>
                  </a:cubicBezTo>
                  <a:lnTo>
                    <a:pt x="546126" y="145228"/>
                  </a:lnTo>
                  <a:cubicBezTo>
                    <a:pt x="522826" y="148626"/>
                    <a:pt x="516007" y="149619"/>
                    <a:pt x="493115" y="152956"/>
                  </a:cubicBezTo>
                  <a:lnTo>
                    <a:pt x="492262" y="153080"/>
                  </a:lnTo>
                  <a:lnTo>
                    <a:pt x="492262" y="292124"/>
                  </a:lnTo>
                  <a:lnTo>
                    <a:pt x="493115" y="291999"/>
                  </a:lnTo>
                  <a:close/>
                  <a:moveTo>
                    <a:pt x="694829" y="88341"/>
                  </a:moveTo>
                  <a:lnTo>
                    <a:pt x="658021" y="109468"/>
                  </a:lnTo>
                  <a:lnTo>
                    <a:pt x="678102" y="141250"/>
                  </a:lnTo>
                  <a:lnTo>
                    <a:pt x="694829" y="142252"/>
                  </a:lnTo>
                  <a:lnTo>
                    <a:pt x="694829" y="88341"/>
                  </a:lnTo>
                  <a:close/>
                  <a:moveTo>
                    <a:pt x="852175" y="74166"/>
                  </a:moveTo>
                  <a:lnTo>
                    <a:pt x="852175" y="70413"/>
                  </a:lnTo>
                  <a:lnTo>
                    <a:pt x="847774" y="75185"/>
                  </a:lnTo>
                  <a:lnTo>
                    <a:pt x="848679" y="75411"/>
                  </a:lnTo>
                  <a:lnTo>
                    <a:pt x="852175" y="74166"/>
                  </a:lnTo>
                  <a:close/>
                  <a:moveTo>
                    <a:pt x="758285" y="398"/>
                  </a:moveTo>
                  <a:cubicBezTo>
                    <a:pt x="756727" y="5749"/>
                    <a:pt x="755659" y="9408"/>
                    <a:pt x="754650" y="12870"/>
                  </a:cubicBezTo>
                  <a:cubicBezTo>
                    <a:pt x="753373" y="17251"/>
                    <a:pt x="752188" y="21316"/>
                    <a:pt x="750217" y="28091"/>
                  </a:cubicBezTo>
                  <a:lnTo>
                    <a:pt x="758285" y="31439"/>
                  </a:lnTo>
                  <a:lnTo>
                    <a:pt x="758285" y="398"/>
                  </a:lnTo>
                  <a:close/>
                  <a:moveTo>
                    <a:pt x="102211" y="27703"/>
                  </a:moveTo>
                  <a:cubicBezTo>
                    <a:pt x="100481" y="21638"/>
                    <a:pt x="99370" y="17744"/>
                    <a:pt x="98259" y="13851"/>
                  </a:cubicBezTo>
                  <a:cubicBezTo>
                    <a:pt x="97148" y="9957"/>
                    <a:pt x="96037" y="6064"/>
                    <a:pt x="94307" y="0"/>
                  </a:cubicBezTo>
                  <a:lnTo>
                    <a:pt x="94307" y="30966"/>
                  </a:lnTo>
                  <a:lnTo>
                    <a:pt x="102211" y="27703"/>
                  </a:lnTo>
                  <a:close/>
                  <a:moveTo>
                    <a:pt x="433643" y="355959"/>
                  </a:moveTo>
                  <a:lnTo>
                    <a:pt x="457391" y="355973"/>
                  </a:lnTo>
                  <a:lnTo>
                    <a:pt x="457391" y="216929"/>
                  </a:lnTo>
                  <a:lnTo>
                    <a:pt x="433643" y="216915"/>
                  </a:lnTo>
                  <a:lnTo>
                    <a:pt x="393882" y="216889"/>
                  </a:lnTo>
                  <a:lnTo>
                    <a:pt x="393882" y="355934"/>
                  </a:lnTo>
                  <a:lnTo>
                    <a:pt x="433643" y="355959"/>
                  </a:lnTo>
                  <a:close/>
                  <a:moveTo>
                    <a:pt x="359402" y="292046"/>
                  </a:moveTo>
                  <a:cubicBezTo>
                    <a:pt x="347607" y="290311"/>
                    <a:pt x="340042" y="289199"/>
                    <a:pt x="332472" y="288084"/>
                  </a:cubicBezTo>
                  <a:cubicBezTo>
                    <a:pt x="324917" y="286973"/>
                    <a:pt x="317358" y="285861"/>
                    <a:pt x="305588" y="284129"/>
                  </a:cubicBezTo>
                  <a:moveTo>
                    <a:pt x="207050" y="328449"/>
                  </a:moveTo>
                  <a:cubicBezTo>
                    <a:pt x="197984" y="325535"/>
                    <a:pt x="192146" y="323658"/>
                    <a:pt x="187461" y="322152"/>
                  </a:cubicBezTo>
                  <a:moveTo>
                    <a:pt x="359402" y="153001"/>
                  </a:moveTo>
                  <a:cubicBezTo>
                    <a:pt x="347607" y="151267"/>
                    <a:pt x="340042" y="150154"/>
                    <a:pt x="332472" y="149040"/>
                  </a:cubicBezTo>
                  <a:cubicBezTo>
                    <a:pt x="324917" y="147929"/>
                    <a:pt x="317358" y="146816"/>
                    <a:pt x="305588" y="145085"/>
                  </a:cubicBezTo>
                  <a:moveTo>
                    <a:pt x="207050" y="189405"/>
                  </a:moveTo>
                  <a:cubicBezTo>
                    <a:pt x="197984" y="186491"/>
                    <a:pt x="192146" y="184614"/>
                    <a:pt x="187461" y="183108"/>
                  </a:cubicBezTo>
                  <a:cubicBezTo>
                    <a:pt x="187359" y="183075"/>
                    <a:pt x="187258" y="183043"/>
                    <a:pt x="187157" y="183010"/>
                  </a:cubicBezTo>
                  <a:moveTo>
                    <a:pt x="13227" y="84404"/>
                  </a:moveTo>
                  <a:cubicBezTo>
                    <a:pt x="13202" y="84377"/>
                    <a:pt x="13177" y="84349"/>
                    <a:pt x="13152" y="84322"/>
                  </a:cubicBezTo>
                  <a:cubicBezTo>
                    <a:pt x="13123" y="84290"/>
                    <a:pt x="13094" y="84258"/>
                    <a:pt x="13066" y="8422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771350" y="2696765"/>
              <a:ext cx="907634" cy="501935"/>
            </a:xfrm>
            <a:custGeom>
              <a:avLst/>
              <a:gdLst/>
              <a:ahLst/>
              <a:cxnLst/>
              <a:rect l="0" t="0" r="0" b="0"/>
              <a:pathLst>
                <a:path w="907634" h="501935">
                  <a:moveTo>
                    <a:pt x="140856" y="80376"/>
                  </a:moveTo>
                  <a:cubicBezTo>
                    <a:pt x="147536" y="73111"/>
                    <a:pt x="151094" y="69240"/>
                    <a:pt x="155604" y="64332"/>
                  </a:cubicBezTo>
                  <a:lnTo>
                    <a:pt x="164240" y="54937"/>
                  </a:lnTo>
                  <a:lnTo>
                    <a:pt x="90325" y="0"/>
                  </a:lnTo>
                  <a:lnTo>
                    <a:pt x="90325" y="83425"/>
                  </a:lnTo>
                  <a:close/>
                  <a:moveTo>
                    <a:pt x="121751" y="145961"/>
                  </a:moveTo>
                  <a:lnTo>
                    <a:pt x="0" y="119681"/>
                  </a:lnTo>
                  <a:lnTo>
                    <a:pt x="0" y="258725"/>
                  </a:lnTo>
                  <a:lnTo>
                    <a:pt x="27444" y="264650"/>
                  </a:lnTo>
                  <a:lnTo>
                    <a:pt x="27444" y="215866"/>
                  </a:lnTo>
                  <a:lnTo>
                    <a:pt x="121751" y="176927"/>
                  </a:lnTo>
                  <a:close/>
                  <a:moveTo>
                    <a:pt x="184677" y="233074"/>
                  </a:moveTo>
                  <a:lnTo>
                    <a:pt x="53751" y="243798"/>
                  </a:lnTo>
                  <a:lnTo>
                    <a:pt x="53751" y="344088"/>
                  </a:lnTo>
                  <a:lnTo>
                    <a:pt x="123396" y="343137"/>
                  </a:lnTo>
                  <a:lnTo>
                    <a:pt x="141047" y="370026"/>
                  </a:lnTo>
                  <a:lnTo>
                    <a:pt x="141047" y="375692"/>
                  </a:lnTo>
                  <a:lnTo>
                    <a:pt x="181103" y="372411"/>
                  </a:lnTo>
                  <a:lnTo>
                    <a:pt x="181103" y="317301"/>
                  </a:lnTo>
                  <a:lnTo>
                    <a:pt x="184677" y="311702"/>
                  </a:lnTo>
                  <a:close/>
                  <a:moveTo>
                    <a:pt x="234495" y="474411"/>
                  </a:moveTo>
                  <a:lnTo>
                    <a:pt x="333033" y="430091"/>
                  </a:lnTo>
                  <a:lnTo>
                    <a:pt x="333033" y="291047"/>
                  </a:lnTo>
                  <a:lnTo>
                    <a:pt x="234495" y="335367"/>
                  </a:lnTo>
                  <a:close/>
                  <a:moveTo>
                    <a:pt x="386845" y="438007"/>
                  </a:moveTo>
                  <a:lnTo>
                    <a:pt x="421327" y="501895"/>
                  </a:lnTo>
                  <a:lnTo>
                    <a:pt x="421327" y="362851"/>
                  </a:lnTo>
                  <a:lnTo>
                    <a:pt x="386845" y="298963"/>
                  </a:lnTo>
                  <a:close/>
                  <a:moveTo>
                    <a:pt x="484836" y="501935"/>
                  </a:moveTo>
                  <a:lnTo>
                    <a:pt x="519706" y="438086"/>
                  </a:lnTo>
                  <a:lnTo>
                    <a:pt x="519706" y="299042"/>
                  </a:lnTo>
                  <a:lnTo>
                    <a:pt x="484836" y="362890"/>
                  </a:lnTo>
                  <a:close/>
                  <a:moveTo>
                    <a:pt x="457925" y="32763"/>
                  </a:moveTo>
                  <a:cubicBezTo>
                    <a:pt x="342740" y="32763"/>
                    <a:pt x="249361" y="79375"/>
                    <a:pt x="249361" y="136871"/>
                  </a:cubicBezTo>
                  <a:cubicBezTo>
                    <a:pt x="249361" y="163592"/>
                    <a:pt x="269528" y="187960"/>
                    <a:pt x="302678" y="206394"/>
                  </a:cubicBezTo>
                  <a:cubicBezTo>
                    <a:pt x="340860" y="185162"/>
                    <a:pt x="396269" y="171807"/>
                    <a:pt x="457925" y="171807"/>
                  </a:cubicBezTo>
                  <a:cubicBezTo>
                    <a:pt x="519580" y="171807"/>
                    <a:pt x="574989" y="185162"/>
                    <a:pt x="613172" y="206394"/>
                  </a:cubicBezTo>
                  <a:cubicBezTo>
                    <a:pt x="646323" y="187960"/>
                    <a:pt x="666490" y="163592"/>
                    <a:pt x="666490" y="136871"/>
                  </a:cubicBezTo>
                  <a:cubicBezTo>
                    <a:pt x="666490" y="79375"/>
                    <a:pt x="573110" y="32763"/>
                    <a:pt x="457925" y="32763"/>
                  </a:cubicBezTo>
                  <a:close/>
                  <a:moveTo>
                    <a:pt x="573570" y="430234"/>
                  </a:moveTo>
                  <a:lnTo>
                    <a:pt x="618360" y="450488"/>
                  </a:lnTo>
                  <a:lnTo>
                    <a:pt x="618360" y="393138"/>
                  </a:lnTo>
                  <a:lnTo>
                    <a:pt x="634636" y="390561"/>
                  </a:lnTo>
                  <a:lnTo>
                    <a:pt x="634636" y="318793"/>
                  </a:lnTo>
                  <a:lnTo>
                    <a:pt x="573570" y="291189"/>
                  </a:lnTo>
                  <a:close/>
                  <a:moveTo>
                    <a:pt x="732896" y="235194"/>
                  </a:moveTo>
                  <a:lnTo>
                    <a:pt x="722274" y="234302"/>
                  </a:lnTo>
                  <a:lnTo>
                    <a:pt x="722274" y="288128"/>
                  </a:lnTo>
                  <a:lnTo>
                    <a:pt x="732896" y="288784"/>
                  </a:lnTo>
                  <a:close/>
                  <a:moveTo>
                    <a:pt x="907634" y="120227"/>
                  </a:moveTo>
                  <a:lnTo>
                    <a:pt x="785729" y="146360"/>
                  </a:lnTo>
                  <a:lnTo>
                    <a:pt x="785729" y="177401"/>
                  </a:lnTo>
                  <a:lnTo>
                    <a:pt x="879619" y="216375"/>
                  </a:lnTo>
                  <a:lnTo>
                    <a:pt x="879619" y="220108"/>
                  </a:lnTo>
                  <a:lnTo>
                    <a:pt x="907634" y="209982"/>
                  </a:lnTo>
                  <a:close/>
                  <a:moveTo>
                    <a:pt x="818025" y="435"/>
                  </a:moveTo>
                  <a:lnTo>
                    <a:pt x="743782" y="55287"/>
                  </a:lnTo>
                  <a:cubicBezTo>
                    <a:pt x="749610" y="61677"/>
                    <a:pt x="753049" y="65446"/>
                    <a:pt x="756837" y="69596"/>
                  </a:cubicBezTo>
                  <a:lnTo>
                    <a:pt x="767017" y="80755"/>
                  </a:lnTo>
                  <a:lnTo>
                    <a:pt x="818025" y="83895"/>
                  </a:lnTo>
                  <a:close/>
                  <a:moveTo>
                    <a:pt x="421305" y="501897"/>
                  </a:moveTo>
                  <a:lnTo>
                    <a:pt x="421327" y="501895"/>
                  </a:lnTo>
                  <a:moveTo>
                    <a:pt x="520560" y="437961"/>
                  </a:moveTo>
                  <a:lnTo>
                    <a:pt x="519706" y="438086"/>
                  </a:lnTo>
                  <a:moveTo>
                    <a:pt x="421327" y="362851"/>
                  </a:moveTo>
                  <a:lnTo>
                    <a:pt x="421305" y="362853"/>
                  </a:lnTo>
                  <a:moveTo>
                    <a:pt x="164240" y="54937"/>
                  </a:moveTo>
                  <a:cubicBezTo>
                    <a:pt x="160680" y="58809"/>
                    <a:pt x="158007" y="61718"/>
                    <a:pt x="155604" y="64332"/>
                  </a:cubicBezTo>
                  <a:moveTo>
                    <a:pt x="767017" y="80755"/>
                  </a:moveTo>
                  <a:cubicBezTo>
                    <a:pt x="762675" y="75995"/>
                    <a:pt x="759659" y="72689"/>
                    <a:pt x="756837" y="69596"/>
                  </a:cubicBezTo>
                  <a:moveTo>
                    <a:pt x="520560" y="298917"/>
                  </a:moveTo>
                  <a:lnTo>
                    <a:pt x="519706" y="299042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771350" y="2611526"/>
              <a:ext cx="907634" cy="448126"/>
            </a:xfrm>
            <a:custGeom>
              <a:avLst/>
              <a:gdLst/>
              <a:ahLst/>
              <a:cxnLst/>
              <a:rect l="0" t="0" r="0" b="0"/>
              <a:pathLst>
                <a:path w="907634" h="448126">
                  <a:moveTo>
                    <a:pt x="461087" y="448112"/>
                  </a:moveTo>
                  <a:cubicBezTo>
                    <a:pt x="449601" y="448105"/>
                    <a:pt x="443810" y="448102"/>
                    <a:pt x="421305" y="448089"/>
                  </a:cubicBezTo>
                  <a:lnTo>
                    <a:pt x="421327" y="448087"/>
                  </a:lnTo>
                  <a:lnTo>
                    <a:pt x="386845" y="384199"/>
                  </a:lnTo>
                  <a:cubicBezTo>
                    <a:pt x="375052" y="382464"/>
                    <a:pt x="367487" y="381352"/>
                    <a:pt x="359916" y="380237"/>
                  </a:cubicBezTo>
                  <a:cubicBezTo>
                    <a:pt x="352361" y="379126"/>
                    <a:pt x="344802" y="378014"/>
                    <a:pt x="333033" y="376283"/>
                  </a:cubicBezTo>
                  <a:lnTo>
                    <a:pt x="234495" y="420603"/>
                  </a:lnTo>
                  <a:cubicBezTo>
                    <a:pt x="225429" y="417689"/>
                    <a:pt x="219590" y="415811"/>
                    <a:pt x="214906" y="414306"/>
                  </a:cubicBezTo>
                  <a:cubicBezTo>
                    <a:pt x="214804" y="414273"/>
                    <a:pt x="214703" y="414240"/>
                    <a:pt x="214602" y="414208"/>
                  </a:cubicBezTo>
                  <a:cubicBezTo>
                    <a:pt x="204907" y="411091"/>
                    <a:pt x="200062" y="409534"/>
                    <a:pt x="181103" y="403441"/>
                  </a:cubicBezTo>
                  <a:lnTo>
                    <a:pt x="184677" y="397842"/>
                  </a:lnTo>
                  <a:lnTo>
                    <a:pt x="221355" y="340386"/>
                  </a:lnTo>
                  <a:lnTo>
                    <a:pt x="212610" y="335338"/>
                  </a:lnTo>
                  <a:cubicBezTo>
                    <a:pt x="202900" y="329732"/>
                    <a:pt x="197394" y="326553"/>
                    <a:pt x="184677" y="319216"/>
                  </a:cubicBezTo>
                  <a:lnTo>
                    <a:pt x="53751" y="329940"/>
                  </a:lnTo>
                  <a:cubicBezTo>
                    <a:pt x="46854" y="322380"/>
                    <a:pt x="43748" y="318975"/>
                    <a:pt x="40672" y="315602"/>
                  </a:cubicBezTo>
                  <a:cubicBezTo>
                    <a:pt x="40646" y="315574"/>
                    <a:pt x="40621" y="315547"/>
                    <a:pt x="40597" y="315520"/>
                  </a:cubicBezTo>
                  <a:cubicBezTo>
                    <a:pt x="40568" y="315488"/>
                    <a:pt x="40539" y="315456"/>
                    <a:pt x="40510" y="315425"/>
                  </a:cubicBezTo>
                  <a:cubicBezTo>
                    <a:pt x="37438" y="312057"/>
                    <a:pt x="34332" y="308651"/>
                    <a:pt x="27444" y="301102"/>
                  </a:cubicBezTo>
                  <a:lnTo>
                    <a:pt x="121751" y="262164"/>
                  </a:lnTo>
                  <a:lnTo>
                    <a:pt x="129656" y="258900"/>
                  </a:lnTo>
                  <a:cubicBezTo>
                    <a:pt x="127926" y="252836"/>
                    <a:pt x="126815" y="248942"/>
                    <a:pt x="125704" y="245048"/>
                  </a:cubicBezTo>
                  <a:cubicBezTo>
                    <a:pt x="124593" y="241155"/>
                    <a:pt x="123480" y="237262"/>
                    <a:pt x="121751" y="231197"/>
                  </a:cubicBezTo>
                  <a:lnTo>
                    <a:pt x="0" y="204917"/>
                  </a:lnTo>
                  <a:cubicBezTo>
                    <a:pt x="2415" y="196631"/>
                    <a:pt x="3491" y="192935"/>
                    <a:pt x="4567" y="189238"/>
                  </a:cubicBezTo>
                  <a:cubicBezTo>
                    <a:pt x="5644" y="185543"/>
                    <a:pt x="6719" y="181847"/>
                    <a:pt x="9135" y="173561"/>
                  </a:cubicBezTo>
                  <a:lnTo>
                    <a:pt x="90325" y="168661"/>
                  </a:lnTo>
                  <a:lnTo>
                    <a:pt x="140856" y="165611"/>
                  </a:lnTo>
                  <a:cubicBezTo>
                    <a:pt x="147536" y="158346"/>
                    <a:pt x="151094" y="154475"/>
                    <a:pt x="155604" y="149568"/>
                  </a:cubicBezTo>
                  <a:cubicBezTo>
                    <a:pt x="158007" y="146954"/>
                    <a:pt x="160680" y="144045"/>
                    <a:pt x="164240" y="140172"/>
                  </a:cubicBezTo>
                  <a:lnTo>
                    <a:pt x="90325" y="85235"/>
                  </a:lnTo>
                  <a:cubicBezTo>
                    <a:pt x="108068" y="75049"/>
                    <a:pt x="109976" y="73954"/>
                    <a:pt x="121559" y="67306"/>
                  </a:cubicBezTo>
                  <a:cubicBezTo>
                    <a:pt x="124356" y="65701"/>
                    <a:pt x="127716" y="63772"/>
                    <a:pt x="132000" y="61314"/>
                  </a:cubicBezTo>
                  <a:lnTo>
                    <a:pt x="251409" y="90141"/>
                  </a:lnTo>
                  <a:lnTo>
                    <a:pt x="298656" y="75041"/>
                  </a:lnTo>
                  <a:lnTo>
                    <a:pt x="296042" y="8888"/>
                  </a:lnTo>
                  <a:cubicBezTo>
                    <a:pt x="302377" y="7966"/>
                    <a:pt x="307331" y="7244"/>
                    <a:pt x="311449" y="6643"/>
                  </a:cubicBezTo>
                  <a:cubicBezTo>
                    <a:pt x="328281" y="4190"/>
                    <a:pt x="331126" y="3776"/>
                    <a:pt x="357025" y="0"/>
                  </a:cubicBezTo>
                  <a:lnTo>
                    <a:pt x="426203" y="56449"/>
                  </a:lnTo>
                  <a:lnTo>
                    <a:pt x="482313" y="56482"/>
                  </a:lnTo>
                  <a:lnTo>
                    <a:pt x="551832" y="117"/>
                  </a:lnTo>
                  <a:cubicBezTo>
                    <a:pt x="567930" y="2484"/>
                    <a:pt x="575113" y="3539"/>
                    <a:pt x="582295" y="4596"/>
                  </a:cubicBezTo>
                  <a:cubicBezTo>
                    <a:pt x="589478" y="5652"/>
                    <a:pt x="596659" y="6708"/>
                    <a:pt x="612760" y="9078"/>
                  </a:cubicBezTo>
                  <a:lnTo>
                    <a:pt x="609752" y="75228"/>
                  </a:lnTo>
                  <a:cubicBezTo>
                    <a:pt x="620062" y="78543"/>
                    <a:pt x="626688" y="80671"/>
                    <a:pt x="633307" y="82799"/>
                  </a:cubicBezTo>
                  <a:cubicBezTo>
                    <a:pt x="639944" y="84931"/>
                    <a:pt x="646575" y="87062"/>
                    <a:pt x="656912" y="90384"/>
                  </a:cubicBezTo>
                  <a:lnTo>
                    <a:pt x="776493" y="61701"/>
                  </a:lnTo>
                  <a:lnTo>
                    <a:pt x="818025" y="85671"/>
                  </a:lnTo>
                  <a:lnTo>
                    <a:pt x="743782" y="140522"/>
                  </a:lnTo>
                  <a:cubicBezTo>
                    <a:pt x="749610" y="146912"/>
                    <a:pt x="753049" y="150682"/>
                    <a:pt x="756837" y="154832"/>
                  </a:cubicBezTo>
                  <a:cubicBezTo>
                    <a:pt x="759659" y="157925"/>
                    <a:pt x="762675" y="161230"/>
                    <a:pt x="767017" y="165990"/>
                  </a:cubicBezTo>
                  <a:lnTo>
                    <a:pt x="818025" y="169130"/>
                  </a:lnTo>
                  <a:lnTo>
                    <a:pt x="898689" y="174097"/>
                  </a:lnTo>
                  <a:lnTo>
                    <a:pt x="907634" y="205462"/>
                  </a:lnTo>
                  <a:lnTo>
                    <a:pt x="785729" y="231596"/>
                  </a:lnTo>
                  <a:cubicBezTo>
                    <a:pt x="784171" y="236946"/>
                    <a:pt x="783104" y="240606"/>
                    <a:pt x="782095" y="244068"/>
                  </a:cubicBezTo>
                  <a:cubicBezTo>
                    <a:pt x="780818" y="248449"/>
                    <a:pt x="779633" y="252513"/>
                    <a:pt x="777661" y="259288"/>
                  </a:cubicBezTo>
                  <a:lnTo>
                    <a:pt x="785729" y="262637"/>
                  </a:lnTo>
                  <a:lnTo>
                    <a:pt x="879619" y="301611"/>
                  </a:lnTo>
                  <a:cubicBezTo>
                    <a:pt x="877959" y="303416"/>
                    <a:pt x="875244" y="306371"/>
                    <a:pt x="875244" y="306371"/>
                  </a:cubicBezTo>
                  <a:lnTo>
                    <a:pt x="778451" y="277797"/>
                  </a:lnTo>
                  <a:lnTo>
                    <a:pt x="732902" y="302969"/>
                  </a:lnTo>
                  <a:lnTo>
                    <a:pt x="732902" y="320422"/>
                  </a:lnTo>
                  <a:lnTo>
                    <a:pt x="722274" y="319538"/>
                  </a:lnTo>
                  <a:lnTo>
                    <a:pt x="685465" y="340666"/>
                  </a:lnTo>
                  <a:lnTo>
                    <a:pt x="705553" y="372455"/>
                  </a:lnTo>
                  <a:lnTo>
                    <a:pt x="655729" y="369577"/>
                  </a:lnTo>
                  <a:lnTo>
                    <a:pt x="634614" y="401806"/>
                  </a:lnTo>
                  <a:lnTo>
                    <a:pt x="634614" y="404030"/>
                  </a:lnTo>
                  <a:lnTo>
                    <a:pt x="573570" y="376425"/>
                  </a:lnTo>
                  <a:cubicBezTo>
                    <a:pt x="550271" y="379824"/>
                    <a:pt x="543452" y="380818"/>
                    <a:pt x="520560" y="384154"/>
                  </a:cubicBezTo>
                  <a:lnTo>
                    <a:pt x="519706" y="384278"/>
                  </a:lnTo>
                  <a:lnTo>
                    <a:pt x="484836" y="448126"/>
                  </a:lnTo>
                  <a:close/>
                  <a:moveTo>
                    <a:pt x="457925" y="117998"/>
                  </a:moveTo>
                  <a:cubicBezTo>
                    <a:pt x="342740" y="117998"/>
                    <a:pt x="249361" y="164610"/>
                    <a:pt x="249361" y="222107"/>
                  </a:cubicBezTo>
                  <a:cubicBezTo>
                    <a:pt x="249361" y="248828"/>
                    <a:pt x="269528" y="273197"/>
                    <a:pt x="302678" y="291630"/>
                  </a:cubicBezTo>
                  <a:cubicBezTo>
                    <a:pt x="340860" y="312860"/>
                    <a:pt x="396269" y="326215"/>
                    <a:pt x="457925" y="326215"/>
                  </a:cubicBezTo>
                  <a:cubicBezTo>
                    <a:pt x="519580" y="326215"/>
                    <a:pt x="574989" y="312860"/>
                    <a:pt x="613172" y="291630"/>
                  </a:cubicBezTo>
                  <a:cubicBezTo>
                    <a:pt x="646323" y="273197"/>
                    <a:pt x="666490" y="248828"/>
                    <a:pt x="666490" y="222107"/>
                  </a:cubicBezTo>
                  <a:cubicBezTo>
                    <a:pt x="666490" y="164610"/>
                    <a:pt x="573110" y="117998"/>
                    <a:pt x="457925" y="117998"/>
                  </a:cubicBezTo>
                  <a:close/>
                  <a:moveTo>
                    <a:pt x="421327" y="448087"/>
                  </a:moveTo>
                  <a:lnTo>
                    <a:pt x="461087" y="448112"/>
                  </a:lnTo>
                  <a:moveTo>
                    <a:pt x="333033" y="376283"/>
                  </a:moveTo>
                  <a:lnTo>
                    <a:pt x="359916" y="380237"/>
                  </a:lnTo>
                  <a:lnTo>
                    <a:pt x="386845" y="384199"/>
                  </a:lnTo>
                  <a:moveTo>
                    <a:pt x="214602" y="414208"/>
                  </a:moveTo>
                  <a:lnTo>
                    <a:pt x="214906" y="414306"/>
                  </a:lnTo>
                  <a:lnTo>
                    <a:pt x="234495" y="420603"/>
                  </a:lnTo>
                  <a:moveTo>
                    <a:pt x="155604" y="149568"/>
                  </a:moveTo>
                  <a:lnTo>
                    <a:pt x="164240" y="140172"/>
                  </a:lnTo>
                  <a:moveTo>
                    <a:pt x="756837" y="154832"/>
                  </a:moveTo>
                  <a:lnTo>
                    <a:pt x="767017" y="165990"/>
                  </a:lnTo>
                  <a:moveTo>
                    <a:pt x="40510" y="315425"/>
                  </a:moveTo>
                  <a:lnTo>
                    <a:pt x="40597" y="315520"/>
                  </a:lnTo>
                  <a:lnTo>
                    <a:pt x="40672" y="315602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61777" y="2744602"/>
            <a:ext cx="764762" cy="459933"/>
            <a:chOff x="1061777" y="2744602"/>
            <a:chExt cx="764762" cy="459933"/>
          </a:xfrm>
        </p:grpSpPr>
        <p:sp>
          <p:nvSpPr>
            <p:cNvPr id="30" name="Rounded Rectangle 29"/>
            <p:cNvSpPr/>
            <p:nvPr/>
          </p:nvSpPr>
          <p:spPr>
            <a:xfrm>
              <a:off x="1061777" y="2986718"/>
              <a:ext cx="636212" cy="217817"/>
            </a:xfrm>
            <a:custGeom>
              <a:avLst/>
              <a:gdLst/>
              <a:ahLst/>
              <a:cxnLst/>
              <a:rect l="0" t="0" r="0" b="0"/>
              <a:pathLst>
                <a:path w="636212" h="217817">
                  <a:moveTo>
                    <a:pt x="353996" y="217817"/>
                  </a:moveTo>
                  <a:lnTo>
                    <a:pt x="410746" y="217817"/>
                  </a:lnTo>
                  <a:lnTo>
                    <a:pt x="410746" y="148294"/>
                  </a:lnTo>
                  <a:lnTo>
                    <a:pt x="353996" y="148294"/>
                  </a:lnTo>
                  <a:lnTo>
                    <a:pt x="353996" y="217817"/>
                  </a:lnTo>
                  <a:moveTo>
                    <a:pt x="286550" y="153543"/>
                  </a:moveTo>
                  <a:cubicBezTo>
                    <a:pt x="297132" y="155247"/>
                    <a:pt x="304685" y="156467"/>
                    <a:pt x="319001" y="158781"/>
                  </a:cubicBezTo>
                  <a:lnTo>
                    <a:pt x="319001" y="89258"/>
                  </a:lnTo>
                  <a:cubicBezTo>
                    <a:pt x="304247" y="86877"/>
                    <a:pt x="296675" y="85658"/>
                    <a:pt x="285569" y="83858"/>
                  </a:cubicBezTo>
                  <a:lnTo>
                    <a:pt x="272576" y="81762"/>
                  </a:lnTo>
                  <a:lnTo>
                    <a:pt x="272576" y="151285"/>
                  </a:lnTo>
                  <a:lnTo>
                    <a:pt x="286550" y="153543"/>
                  </a:lnTo>
                  <a:moveTo>
                    <a:pt x="174440" y="188823"/>
                  </a:moveTo>
                  <a:lnTo>
                    <a:pt x="174440" y="119300"/>
                  </a:lnTo>
                  <a:lnTo>
                    <a:pt x="128520" y="102717"/>
                  </a:lnTo>
                  <a:lnTo>
                    <a:pt x="128520" y="172240"/>
                  </a:lnTo>
                  <a:lnTo>
                    <a:pt x="174440" y="188823"/>
                  </a:lnTo>
                  <a:moveTo>
                    <a:pt x="170030" y="44738"/>
                  </a:moveTo>
                  <a:lnTo>
                    <a:pt x="159629" y="37623"/>
                  </a:lnTo>
                  <a:cubicBezTo>
                    <a:pt x="153952" y="33747"/>
                    <a:pt x="149361" y="30613"/>
                    <a:pt x="141341" y="25117"/>
                  </a:cubicBezTo>
                  <a:lnTo>
                    <a:pt x="141341" y="84820"/>
                  </a:lnTo>
                  <a:lnTo>
                    <a:pt x="170030" y="44738"/>
                  </a:lnTo>
                  <a:moveTo>
                    <a:pt x="6372" y="79267"/>
                  </a:moveTo>
                  <a:cubicBezTo>
                    <a:pt x="9677" y="84315"/>
                    <a:pt x="11334" y="86858"/>
                    <a:pt x="17545" y="96345"/>
                  </a:cubicBezTo>
                  <a:lnTo>
                    <a:pt x="17545" y="26822"/>
                  </a:lnTo>
                  <a:cubicBezTo>
                    <a:pt x="11344" y="17354"/>
                    <a:pt x="9677" y="14801"/>
                    <a:pt x="6391" y="9772"/>
                  </a:cubicBezTo>
                  <a:lnTo>
                    <a:pt x="0" y="0"/>
                  </a:lnTo>
                  <a:lnTo>
                    <a:pt x="0" y="69522"/>
                  </a:lnTo>
                  <a:lnTo>
                    <a:pt x="6372" y="79267"/>
                  </a:lnTo>
                  <a:moveTo>
                    <a:pt x="623401" y="25117"/>
                  </a:moveTo>
                  <a:lnTo>
                    <a:pt x="612905" y="32299"/>
                  </a:lnTo>
                  <a:cubicBezTo>
                    <a:pt x="607275" y="36147"/>
                    <a:pt x="602684" y="39281"/>
                    <a:pt x="594702" y="44738"/>
                  </a:cubicBezTo>
                  <a:lnTo>
                    <a:pt x="624316" y="86096"/>
                  </a:lnTo>
                  <a:lnTo>
                    <a:pt x="623401" y="25117"/>
                  </a:lnTo>
                  <a:moveTo>
                    <a:pt x="458638" y="156695"/>
                  </a:moveTo>
                  <a:cubicBezTo>
                    <a:pt x="469792" y="154895"/>
                    <a:pt x="477364" y="153676"/>
                    <a:pt x="492156" y="151285"/>
                  </a:cubicBezTo>
                  <a:lnTo>
                    <a:pt x="492156" y="81762"/>
                  </a:lnTo>
                  <a:cubicBezTo>
                    <a:pt x="477364" y="84153"/>
                    <a:pt x="469792" y="85372"/>
                    <a:pt x="458638" y="87182"/>
                  </a:cubicBezTo>
                  <a:lnTo>
                    <a:pt x="445741" y="89258"/>
                  </a:lnTo>
                  <a:lnTo>
                    <a:pt x="445741" y="158781"/>
                  </a:lnTo>
                  <a:lnTo>
                    <a:pt x="458638" y="156695"/>
                  </a:lnTo>
                  <a:moveTo>
                    <a:pt x="590292" y="188823"/>
                  </a:moveTo>
                  <a:lnTo>
                    <a:pt x="623773" y="176736"/>
                  </a:lnTo>
                  <a:lnTo>
                    <a:pt x="623773" y="110937"/>
                  </a:lnTo>
                  <a:lnTo>
                    <a:pt x="636212" y="108242"/>
                  </a:lnTo>
                  <a:lnTo>
                    <a:pt x="636212" y="102717"/>
                  </a:lnTo>
                  <a:cubicBezTo>
                    <a:pt x="624278" y="107032"/>
                    <a:pt x="618772" y="109023"/>
                    <a:pt x="613257" y="111013"/>
                  </a:cubicBezTo>
                  <a:cubicBezTo>
                    <a:pt x="607742" y="113004"/>
                    <a:pt x="602237" y="114995"/>
                    <a:pt x="590292" y="119300"/>
                  </a:cubicBezTo>
                  <a:lnTo>
                    <a:pt x="590292" y="188823"/>
                  </a:lnTo>
                </a:path>
              </a:pathLst>
            </a:custGeom>
            <a:solidFill>
              <a:srgbClr val="14BAB7">
                <a:alpha val="2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061796" y="2790179"/>
              <a:ext cx="764743" cy="414356"/>
            </a:xfrm>
            <a:custGeom>
              <a:avLst/>
              <a:gdLst/>
              <a:ahLst/>
              <a:cxnLst/>
              <a:rect l="0" t="0" r="0" b="0"/>
              <a:pathLst>
                <a:path w="764743" h="414356">
                  <a:moveTo>
                    <a:pt x="319001" y="355320"/>
                  </a:moveTo>
                  <a:lnTo>
                    <a:pt x="353996" y="414356"/>
                  </a:lnTo>
                  <a:lnTo>
                    <a:pt x="353996" y="344833"/>
                  </a:lnTo>
                  <a:lnTo>
                    <a:pt x="319001" y="285797"/>
                  </a:lnTo>
                  <a:lnTo>
                    <a:pt x="319001" y="355320"/>
                  </a:lnTo>
                  <a:moveTo>
                    <a:pt x="174440" y="385362"/>
                  </a:moveTo>
                  <a:lnTo>
                    <a:pt x="272576" y="347824"/>
                  </a:lnTo>
                  <a:lnTo>
                    <a:pt x="272576" y="278301"/>
                  </a:lnTo>
                  <a:lnTo>
                    <a:pt x="174440" y="315839"/>
                  </a:lnTo>
                  <a:lnTo>
                    <a:pt x="174440" y="385362"/>
                  </a:lnTo>
                  <a:moveTo>
                    <a:pt x="141341" y="221656"/>
                  </a:moveTo>
                  <a:lnTo>
                    <a:pt x="17545" y="223361"/>
                  </a:lnTo>
                  <a:lnTo>
                    <a:pt x="17545" y="292884"/>
                  </a:lnTo>
                  <a:lnTo>
                    <a:pt x="134235" y="291274"/>
                  </a:lnTo>
                  <a:lnTo>
                    <a:pt x="141341" y="281358"/>
                  </a:lnTo>
                  <a:lnTo>
                    <a:pt x="141341" y="221656"/>
                  </a:lnTo>
                  <a:moveTo>
                    <a:pt x="102165" y="161753"/>
                  </a:moveTo>
                  <a:lnTo>
                    <a:pt x="102165" y="137502"/>
                  </a:lnTo>
                  <a:lnTo>
                    <a:pt x="0" y="102717"/>
                  </a:lnTo>
                  <a:lnTo>
                    <a:pt x="0" y="172240"/>
                  </a:lnTo>
                  <a:lnTo>
                    <a:pt x="35680" y="184384"/>
                  </a:lnTo>
                  <a:lnTo>
                    <a:pt x="102165" y="161753"/>
                  </a:lnTo>
                  <a:moveTo>
                    <a:pt x="141341" y="77600"/>
                  </a:moveTo>
                  <a:lnTo>
                    <a:pt x="151761" y="70465"/>
                  </a:lnTo>
                  <a:cubicBezTo>
                    <a:pt x="157429" y="66598"/>
                    <a:pt x="162010" y="63465"/>
                    <a:pt x="170030" y="57978"/>
                  </a:cubicBezTo>
                  <a:lnTo>
                    <a:pt x="128520" y="0"/>
                  </a:lnTo>
                  <a:lnTo>
                    <a:pt x="128520" y="69513"/>
                  </a:lnTo>
                  <a:lnTo>
                    <a:pt x="134235" y="77495"/>
                  </a:lnTo>
                  <a:lnTo>
                    <a:pt x="141341" y="77495"/>
                  </a:lnTo>
                  <a:moveTo>
                    <a:pt x="662578" y="137502"/>
                  </a:moveTo>
                  <a:lnTo>
                    <a:pt x="662578" y="161753"/>
                  </a:lnTo>
                  <a:lnTo>
                    <a:pt x="729053" y="184384"/>
                  </a:lnTo>
                  <a:lnTo>
                    <a:pt x="764743" y="172240"/>
                  </a:lnTo>
                  <a:lnTo>
                    <a:pt x="764743" y="102717"/>
                  </a:lnTo>
                  <a:lnTo>
                    <a:pt x="662578" y="137502"/>
                  </a:lnTo>
                  <a:moveTo>
                    <a:pt x="636222" y="0"/>
                  </a:moveTo>
                  <a:lnTo>
                    <a:pt x="594712" y="57978"/>
                  </a:lnTo>
                  <a:lnTo>
                    <a:pt x="605228" y="65170"/>
                  </a:lnTo>
                  <a:cubicBezTo>
                    <a:pt x="610904" y="69046"/>
                    <a:pt x="615486" y="72180"/>
                    <a:pt x="623401" y="77600"/>
                  </a:cubicBezTo>
                  <a:lnTo>
                    <a:pt x="630507" y="77600"/>
                  </a:lnTo>
                  <a:lnTo>
                    <a:pt x="636222" y="69513"/>
                  </a:lnTo>
                  <a:lnTo>
                    <a:pt x="636222" y="0"/>
                  </a:lnTo>
                  <a:moveTo>
                    <a:pt x="492156" y="347824"/>
                  </a:moveTo>
                  <a:lnTo>
                    <a:pt x="590302" y="385362"/>
                  </a:lnTo>
                  <a:lnTo>
                    <a:pt x="590302" y="315839"/>
                  </a:lnTo>
                  <a:lnTo>
                    <a:pt x="492156" y="278301"/>
                  </a:lnTo>
                  <a:lnTo>
                    <a:pt x="492156" y="347824"/>
                  </a:lnTo>
                  <a:moveTo>
                    <a:pt x="410746" y="414356"/>
                  </a:moveTo>
                  <a:lnTo>
                    <a:pt x="445741" y="355320"/>
                  </a:lnTo>
                  <a:lnTo>
                    <a:pt x="445741" y="285797"/>
                  </a:lnTo>
                  <a:lnTo>
                    <a:pt x="410746" y="344833"/>
                  </a:lnTo>
                  <a:lnTo>
                    <a:pt x="410746" y="414356"/>
                  </a:lnTo>
                  <a:moveTo>
                    <a:pt x="623401" y="221656"/>
                  </a:moveTo>
                  <a:lnTo>
                    <a:pt x="624316" y="282635"/>
                  </a:lnTo>
                  <a:lnTo>
                    <a:pt x="630507" y="291274"/>
                  </a:lnTo>
                  <a:lnTo>
                    <a:pt x="651319" y="291274"/>
                  </a:lnTo>
                  <a:lnTo>
                    <a:pt x="651319" y="222037"/>
                  </a:lnTo>
                  <a:lnTo>
                    <a:pt x="623401" y="222037"/>
                  </a:lnTo>
                  <a:moveTo>
                    <a:pt x="594712" y="57978"/>
                  </a:moveTo>
                  <a:lnTo>
                    <a:pt x="605342" y="65246"/>
                  </a:lnTo>
                  <a:cubicBezTo>
                    <a:pt x="605304" y="65217"/>
                    <a:pt x="605266" y="65198"/>
                    <a:pt x="605228" y="65170"/>
                  </a:cubicBezTo>
                  <a:cubicBezTo>
                    <a:pt x="602237" y="63122"/>
                    <a:pt x="598951" y="60874"/>
                    <a:pt x="594712" y="57978"/>
                  </a:cubicBezTo>
                </a:path>
              </a:pathLst>
            </a:custGeom>
            <a:solidFill>
              <a:srgbClr val="14BAB7">
                <a:alpha val="2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235599" y="2835699"/>
              <a:ext cx="417128" cy="139398"/>
            </a:xfrm>
            <a:custGeom>
              <a:avLst/>
              <a:gdLst/>
              <a:ahLst/>
              <a:cxnLst/>
              <a:rect l="0" t="0" r="0" b="0"/>
              <a:pathLst>
                <a:path w="417128" h="139398">
                  <a:moveTo>
                    <a:pt x="11915" y="138864"/>
                  </a:moveTo>
                  <a:cubicBezTo>
                    <a:pt x="4200" y="127996"/>
                    <a:pt x="0" y="116290"/>
                    <a:pt x="0" y="104108"/>
                  </a:cubicBezTo>
                  <a:cubicBezTo>
                    <a:pt x="0" y="46605"/>
                    <a:pt x="93383" y="0"/>
                    <a:pt x="208568" y="0"/>
                  </a:cubicBezTo>
                  <a:cubicBezTo>
                    <a:pt x="323754" y="0"/>
                    <a:pt x="417128" y="46605"/>
                    <a:pt x="417128" y="104108"/>
                  </a:cubicBezTo>
                  <a:cubicBezTo>
                    <a:pt x="417128" y="116290"/>
                    <a:pt x="412937" y="127996"/>
                    <a:pt x="405222" y="138864"/>
                  </a:cubicBezTo>
                  <a:moveTo>
                    <a:pt x="405222" y="138864"/>
                  </a:moveTo>
                  <a:cubicBezTo>
                    <a:pt x="386353" y="112271"/>
                    <a:pt x="346433" y="90639"/>
                    <a:pt x="295465" y="78962"/>
                  </a:cubicBezTo>
                  <a:cubicBezTo>
                    <a:pt x="269014" y="72904"/>
                    <a:pt x="239582" y="69522"/>
                    <a:pt x="208568" y="69522"/>
                  </a:cubicBezTo>
                  <a:cubicBezTo>
                    <a:pt x="183108" y="69522"/>
                    <a:pt x="158705" y="71799"/>
                    <a:pt x="136150" y="75971"/>
                  </a:cubicBezTo>
                  <a:cubicBezTo>
                    <a:pt x="78295" y="86658"/>
                    <a:pt x="32537" y="109794"/>
                    <a:pt x="11915" y="138864"/>
                  </a:cubicBezTo>
                  <a:moveTo>
                    <a:pt x="11915" y="138864"/>
                  </a:moveTo>
                  <a:cubicBezTo>
                    <a:pt x="12211" y="139293"/>
                    <a:pt x="11601" y="138445"/>
                    <a:pt x="11915" y="138864"/>
                  </a:cubicBezTo>
                  <a:moveTo>
                    <a:pt x="405222" y="138864"/>
                  </a:moveTo>
                  <a:cubicBezTo>
                    <a:pt x="405612" y="138341"/>
                    <a:pt x="404850" y="139398"/>
                    <a:pt x="405222" y="138864"/>
                  </a:cubicBezTo>
                </a:path>
              </a:pathLst>
            </a:custGeom>
            <a:solidFill>
              <a:srgbClr val="14BAB7">
                <a:alpha val="2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061796" y="2744602"/>
              <a:ext cx="764743" cy="390410"/>
            </a:xfrm>
            <a:custGeom>
              <a:avLst/>
              <a:gdLst/>
              <a:ahLst/>
              <a:cxnLst/>
              <a:rect l="0" t="0" r="0" b="0"/>
              <a:pathLst>
                <a:path w="764743" h="390410">
                  <a:moveTo>
                    <a:pt x="662578" y="207330"/>
                  </a:moveTo>
                  <a:lnTo>
                    <a:pt x="662578" y="183070"/>
                  </a:lnTo>
                  <a:lnTo>
                    <a:pt x="764743" y="148294"/>
                  </a:lnTo>
                  <a:lnTo>
                    <a:pt x="757847" y="137760"/>
                  </a:lnTo>
                  <a:cubicBezTo>
                    <a:pt x="754875" y="133207"/>
                    <a:pt x="753075" y="130454"/>
                    <a:pt x="747198" y="121472"/>
                  </a:cubicBezTo>
                  <a:lnTo>
                    <a:pt x="623401" y="123167"/>
                  </a:lnTo>
                  <a:cubicBezTo>
                    <a:pt x="615486" y="117757"/>
                    <a:pt x="610914" y="114633"/>
                    <a:pt x="605361" y="110832"/>
                  </a:cubicBezTo>
                  <a:lnTo>
                    <a:pt x="594712" y="103555"/>
                  </a:lnTo>
                  <a:lnTo>
                    <a:pt x="636222" y="45567"/>
                  </a:lnTo>
                  <a:lnTo>
                    <a:pt x="590302" y="28994"/>
                  </a:lnTo>
                  <a:lnTo>
                    <a:pt x="492156" y="66532"/>
                  </a:lnTo>
                  <a:lnTo>
                    <a:pt x="478945" y="64398"/>
                  </a:lnTo>
                  <a:cubicBezTo>
                    <a:pt x="467963" y="62617"/>
                    <a:pt x="460390" y="61398"/>
                    <a:pt x="445741" y="59035"/>
                  </a:cubicBezTo>
                  <a:lnTo>
                    <a:pt x="410746" y="0"/>
                  </a:lnTo>
                  <a:lnTo>
                    <a:pt x="353996" y="0"/>
                  </a:lnTo>
                  <a:lnTo>
                    <a:pt x="319001" y="59035"/>
                  </a:lnTo>
                  <a:lnTo>
                    <a:pt x="305733" y="61179"/>
                  </a:lnTo>
                  <a:cubicBezTo>
                    <a:pt x="294779" y="62941"/>
                    <a:pt x="287207" y="64169"/>
                    <a:pt x="272576" y="66532"/>
                  </a:cubicBezTo>
                  <a:lnTo>
                    <a:pt x="174440" y="28994"/>
                  </a:lnTo>
                  <a:lnTo>
                    <a:pt x="128520" y="45567"/>
                  </a:lnTo>
                  <a:lnTo>
                    <a:pt x="170030" y="103555"/>
                  </a:lnTo>
                  <a:cubicBezTo>
                    <a:pt x="162010" y="109032"/>
                    <a:pt x="157429" y="112175"/>
                    <a:pt x="151761" y="116043"/>
                  </a:cubicBezTo>
                  <a:lnTo>
                    <a:pt x="141341" y="123167"/>
                  </a:lnTo>
                  <a:lnTo>
                    <a:pt x="17545" y="121472"/>
                  </a:lnTo>
                  <a:lnTo>
                    <a:pt x="11144" y="131254"/>
                  </a:lnTo>
                  <a:cubicBezTo>
                    <a:pt x="7858" y="136283"/>
                    <a:pt x="6191" y="138836"/>
                    <a:pt x="0" y="148294"/>
                  </a:cubicBezTo>
                  <a:lnTo>
                    <a:pt x="102165" y="183070"/>
                  </a:lnTo>
                  <a:lnTo>
                    <a:pt x="102165" y="207330"/>
                  </a:lnTo>
                  <a:lnTo>
                    <a:pt x="0" y="242115"/>
                  </a:lnTo>
                  <a:lnTo>
                    <a:pt x="6391" y="251888"/>
                  </a:lnTo>
                  <a:cubicBezTo>
                    <a:pt x="9686" y="256917"/>
                    <a:pt x="11344" y="259461"/>
                    <a:pt x="17545" y="268938"/>
                  </a:cubicBezTo>
                  <a:lnTo>
                    <a:pt x="141341" y="267233"/>
                  </a:lnTo>
                  <a:cubicBezTo>
                    <a:pt x="149371" y="272729"/>
                    <a:pt x="153962" y="275863"/>
                    <a:pt x="159629" y="279739"/>
                  </a:cubicBezTo>
                  <a:lnTo>
                    <a:pt x="170030" y="286854"/>
                  </a:lnTo>
                  <a:lnTo>
                    <a:pt x="128520" y="344833"/>
                  </a:lnTo>
                  <a:lnTo>
                    <a:pt x="174440" y="361416"/>
                  </a:lnTo>
                  <a:lnTo>
                    <a:pt x="272576" y="323878"/>
                  </a:lnTo>
                  <a:lnTo>
                    <a:pt x="285569" y="325974"/>
                  </a:lnTo>
                  <a:cubicBezTo>
                    <a:pt x="296675" y="327764"/>
                    <a:pt x="304247" y="328993"/>
                    <a:pt x="319001" y="331374"/>
                  </a:cubicBezTo>
                  <a:lnTo>
                    <a:pt x="353996" y="390410"/>
                  </a:lnTo>
                  <a:lnTo>
                    <a:pt x="410746" y="390410"/>
                  </a:lnTo>
                  <a:lnTo>
                    <a:pt x="445741" y="331374"/>
                  </a:lnTo>
                  <a:lnTo>
                    <a:pt x="458638" y="329288"/>
                  </a:lnTo>
                  <a:cubicBezTo>
                    <a:pt x="469792" y="327488"/>
                    <a:pt x="477373" y="326269"/>
                    <a:pt x="492156" y="323878"/>
                  </a:cubicBezTo>
                  <a:lnTo>
                    <a:pt x="590302" y="361416"/>
                  </a:lnTo>
                  <a:lnTo>
                    <a:pt x="636222" y="344833"/>
                  </a:lnTo>
                  <a:lnTo>
                    <a:pt x="594712" y="286854"/>
                  </a:lnTo>
                  <a:cubicBezTo>
                    <a:pt x="602694" y="281397"/>
                    <a:pt x="607275" y="278263"/>
                    <a:pt x="612895" y="274415"/>
                  </a:cubicBezTo>
                  <a:lnTo>
                    <a:pt x="623401" y="267233"/>
                  </a:lnTo>
                  <a:lnTo>
                    <a:pt x="651157" y="267233"/>
                  </a:lnTo>
                  <a:lnTo>
                    <a:pt x="651157" y="256679"/>
                  </a:lnTo>
                  <a:lnTo>
                    <a:pt x="677541" y="228018"/>
                  </a:lnTo>
                  <a:lnTo>
                    <a:pt x="737577" y="232867"/>
                  </a:lnTo>
                  <a:lnTo>
                    <a:pt x="662578" y="207330"/>
                  </a:lnTo>
                  <a:moveTo>
                    <a:pt x="590931" y="195205"/>
                  </a:moveTo>
                  <a:cubicBezTo>
                    <a:pt x="590931" y="207397"/>
                    <a:pt x="586740" y="219094"/>
                    <a:pt x="579024" y="229962"/>
                  </a:cubicBezTo>
                  <a:cubicBezTo>
                    <a:pt x="550364" y="270367"/>
                    <a:pt x="473135" y="299313"/>
                    <a:pt x="382371" y="299313"/>
                  </a:cubicBezTo>
                  <a:cubicBezTo>
                    <a:pt x="291607" y="299313"/>
                    <a:pt x="214379" y="270367"/>
                    <a:pt x="185718" y="229962"/>
                  </a:cubicBezTo>
                  <a:cubicBezTo>
                    <a:pt x="178003" y="219094"/>
                    <a:pt x="173802" y="207397"/>
                    <a:pt x="173802" y="195205"/>
                  </a:cubicBezTo>
                  <a:cubicBezTo>
                    <a:pt x="173802" y="137702"/>
                    <a:pt x="267185" y="91097"/>
                    <a:pt x="382371" y="91097"/>
                  </a:cubicBezTo>
                  <a:cubicBezTo>
                    <a:pt x="497557" y="91097"/>
                    <a:pt x="590931" y="137702"/>
                    <a:pt x="590931" y="195205"/>
                  </a:cubicBezTo>
                </a:path>
              </a:pathLst>
            </a:custGeom>
            <a:solidFill>
              <a:srgbClr val="14BAB7">
                <a:alpha val="2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061777" y="2744602"/>
            <a:ext cx="764758" cy="459930"/>
            <a:chOff x="1061777" y="2744602"/>
            <a:chExt cx="764758" cy="459930"/>
          </a:xfrm>
        </p:grpSpPr>
        <p:sp>
          <p:nvSpPr>
            <p:cNvPr id="35" name="Rounded Rectangle 34"/>
            <p:cNvSpPr/>
            <p:nvPr/>
          </p:nvSpPr>
          <p:spPr>
            <a:xfrm>
              <a:off x="1061777" y="2986716"/>
              <a:ext cx="636216" cy="217816"/>
            </a:xfrm>
            <a:custGeom>
              <a:avLst/>
              <a:gdLst/>
              <a:ahLst/>
              <a:cxnLst/>
              <a:rect l="0" t="0" r="0" b="0"/>
              <a:pathLst>
                <a:path w="636216" h="217816">
                  <a:moveTo>
                    <a:pt x="353992" y="217816"/>
                  </a:moveTo>
                  <a:lnTo>
                    <a:pt x="410744" y="217816"/>
                  </a:lnTo>
                  <a:lnTo>
                    <a:pt x="410744" y="148295"/>
                  </a:lnTo>
                  <a:lnTo>
                    <a:pt x="353992" y="148295"/>
                  </a:lnTo>
                  <a:lnTo>
                    <a:pt x="353992" y="217816"/>
                  </a:lnTo>
                  <a:close/>
                  <a:moveTo>
                    <a:pt x="286548" y="153544"/>
                  </a:moveTo>
                  <a:cubicBezTo>
                    <a:pt x="297132" y="155252"/>
                    <a:pt x="304687" y="156472"/>
                    <a:pt x="318997" y="158782"/>
                  </a:cubicBezTo>
                  <a:lnTo>
                    <a:pt x="318997" y="89261"/>
                  </a:lnTo>
                  <a:cubicBezTo>
                    <a:pt x="304248" y="86879"/>
                    <a:pt x="296676" y="85657"/>
                    <a:pt x="285566" y="83863"/>
                  </a:cubicBezTo>
                  <a:lnTo>
                    <a:pt x="272577" y="81766"/>
                  </a:lnTo>
                  <a:lnTo>
                    <a:pt x="272577" y="151288"/>
                  </a:lnTo>
                  <a:lnTo>
                    <a:pt x="286548" y="153544"/>
                  </a:lnTo>
                  <a:close/>
                  <a:moveTo>
                    <a:pt x="174440" y="188822"/>
                  </a:moveTo>
                  <a:lnTo>
                    <a:pt x="174440" y="119301"/>
                  </a:lnTo>
                  <a:lnTo>
                    <a:pt x="128521" y="102722"/>
                  </a:lnTo>
                  <a:lnTo>
                    <a:pt x="128521" y="172244"/>
                  </a:lnTo>
                  <a:lnTo>
                    <a:pt x="174440" y="188822"/>
                  </a:lnTo>
                  <a:close/>
                  <a:moveTo>
                    <a:pt x="170030" y="44742"/>
                  </a:moveTo>
                  <a:lnTo>
                    <a:pt x="159626" y="37629"/>
                  </a:lnTo>
                  <a:cubicBezTo>
                    <a:pt x="153956" y="33752"/>
                    <a:pt x="149365" y="30613"/>
                    <a:pt x="141338" y="25121"/>
                  </a:cubicBezTo>
                  <a:lnTo>
                    <a:pt x="141338" y="84820"/>
                  </a:lnTo>
                  <a:lnTo>
                    <a:pt x="170030" y="44742"/>
                  </a:lnTo>
                  <a:close/>
                  <a:moveTo>
                    <a:pt x="6373" y="79269"/>
                  </a:moveTo>
                  <a:cubicBezTo>
                    <a:pt x="9676" y="84318"/>
                    <a:pt x="11336" y="86857"/>
                    <a:pt x="17541" y="96344"/>
                  </a:cubicBezTo>
                  <a:lnTo>
                    <a:pt x="17541" y="26822"/>
                  </a:lnTo>
                  <a:cubicBezTo>
                    <a:pt x="11345" y="17351"/>
                    <a:pt x="9680" y="14804"/>
                    <a:pt x="6390" y="9772"/>
                  </a:cubicBezTo>
                  <a:lnTo>
                    <a:pt x="0" y="0"/>
                  </a:lnTo>
                  <a:lnTo>
                    <a:pt x="0" y="69521"/>
                  </a:lnTo>
                  <a:lnTo>
                    <a:pt x="6373" y="79269"/>
                  </a:lnTo>
                  <a:close/>
                  <a:moveTo>
                    <a:pt x="623398" y="25121"/>
                  </a:moveTo>
                  <a:lnTo>
                    <a:pt x="612902" y="32299"/>
                  </a:lnTo>
                  <a:lnTo>
                    <a:pt x="612896" y="32303"/>
                  </a:lnTo>
                  <a:cubicBezTo>
                    <a:pt x="607271" y="36148"/>
                    <a:pt x="602688" y="39283"/>
                    <a:pt x="594707" y="44742"/>
                  </a:cubicBezTo>
                  <a:lnTo>
                    <a:pt x="624314" y="86098"/>
                  </a:lnTo>
                  <a:lnTo>
                    <a:pt x="623398" y="25121"/>
                  </a:lnTo>
                  <a:close/>
                  <a:moveTo>
                    <a:pt x="458634" y="156701"/>
                  </a:moveTo>
                  <a:cubicBezTo>
                    <a:pt x="469794" y="154899"/>
                    <a:pt x="477368" y="153677"/>
                    <a:pt x="492159" y="151288"/>
                  </a:cubicBezTo>
                  <a:lnTo>
                    <a:pt x="492159" y="81766"/>
                  </a:lnTo>
                  <a:cubicBezTo>
                    <a:pt x="477368" y="84155"/>
                    <a:pt x="469794" y="85378"/>
                    <a:pt x="458634" y="87180"/>
                  </a:cubicBezTo>
                  <a:lnTo>
                    <a:pt x="445739" y="89261"/>
                  </a:lnTo>
                  <a:lnTo>
                    <a:pt x="445739" y="158782"/>
                  </a:lnTo>
                  <a:lnTo>
                    <a:pt x="458634" y="156701"/>
                  </a:lnTo>
                  <a:close/>
                  <a:moveTo>
                    <a:pt x="590297" y="188822"/>
                  </a:moveTo>
                  <a:lnTo>
                    <a:pt x="623775" y="176735"/>
                  </a:lnTo>
                  <a:lnTo>
                    <a:pt x="623775" y="110935"/>
                  </a:lnTo>
                  <a:lnTo>
                    <a:pt x="636216" y="108242"/>
                  </a:lnTo>
                  <a:lnTo>
                    <a:pt x="636216" y="102722"/>
                  </a:lnTo>
                  <a:cubicBezTo>
                    <a:pt x="624280" y="107031"/>
                    <a:pt x="618768" y="109021"/>
                    <a:pt x="613256" y="111012"/>
                  </a:cubicBezTo>
                  <a:cubicBezTo>
                    <a:pt x="607744" y="113002"/>
                    <a:pt x="602232" y="114992"/>
                    <a:pt x="590297" y="119301"/>
                  </a:cubicBezTo>
                  <a:lnTo>
                    <a:pt x="590297" y="188822"/>
                  </a:ln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061798" y="2790174"/>
              <a:ext cx="764737" cy="414356"/>
            </a:xfrm>
            <a:custGeom>
              <a:avLst/>
              <a:gdLst/>
              <a:ahLst/>
              <a:cxnLst/>
              <a:rect l="0" t="0" r="0" b="0"/>
              <a:pathLst>
                <a:path w="764737" h="414356">
                  <a:moveTo>
                    <a:pt x="318997" y="355323"/>
                  </a:moveTo>
                  <a:lnTo>
                    <a:pt x="353992" y="414356"/>
                  </a:lnTo>
                  <a:lnTo>
                    <a:pt x="353992" y="344835"/>
                  </a:lnTo>
                  <a:lnTo>
                    <a:pt x="318997" y="285801"/>
                  </a:lnTo>
                  <a:close/>
                  <a:moveTo>
                    <a:pt x="174440" y="385362"/>
                  </a:moveTo>
                  <a:lnTo>
                    <a:pt x="272577" y="347829"/>
                  </a:lnTo>
                  <a:lnTo>
                    <a:pt x="272577" y="278307"/>
                  </a:lnTo>
                  <a:lnTo>
                    <a:pt x="174440" y="315841"/>
                  </a:lnTo>
                  <a:close/>
                  <a:moveTo>
                    <a:pt x="141338" y="221662"/>
                  </a:moveTo>
                  <a:lnTo>
                    <a:pt x="17541" y="223363"/>
                  </a:lnTo>
                  <a:lnTo>
                    <a:pt x="17541" y="292885"/>
                  </a:lnTo>
                  <a:lnTo>
                    <a:pt x="134235" y="291281"/>
                  </a:lnTo>
                  <a:lnTo>
                    <a:pt x="141338" y="281360"/>
                  </a:lnTo>
                  <a:close/>
                  <a:moveTo>
                    <a:pt x="102160" y="161760"/>
                  </a:moveTo>
                  <a:lnTo>
                    <a:pt x="102160" y="137503"/>
                  </a:lnTo>
                  <a:lnTo>
                    <a:pt x="0" y="102722"/>
                  </a:lnTo>
                  <a:lnTo>
                    <a:pt x="0" y="172244"/>
                  </a:lnTo>
                  <a:lnTo>
                    <a:pt x="35681" y="184392"/>
                  </a:lnTo>
                  <a:close/>
                  <a:moveTo>
                    <a:pt x="141338" y="77601"/>
                  </a:moveTo>
                  <a:lnTo>
                    <a:pt x="151763" y="70472"/>
                  </a:lnTo>
                  <a:cubicBezTo>
                    <a:pt x="157423" y="66602"/>
                    <a:pt x="162013" y="63465"/>
                    <a:pt x="170030" y="57979"/>
                  </a:cubicBezTo>
                  <a:lnTo>
                    <a:pt x="128521" y="0"/>
                  </a:lnTo>
                  <a:lnTo>
                    <a:pt x="128521" y="69521"/>
                  </a:lnTo>
                  <a:lnTo>
                    <a:pt x="134235" y="77503"/>
                  </a:lnTo>
                  <a:close/>
                  <a:moveTo>
                    <a:pt x="662576" y="137503"/>
                  </a:moveTo>
                  <a:lnTo>
                    <a:pt x="662576" y="161760"/>
                  </a:lnTo>
                  <a:lnTo>
                    <a:pt x="729055" y="184392"/>
                  </a:lnTo>
                  <a:lnTo>
                    <a:pt x="764737" y="172244"/>
                  </a:lnTo>
                  <a:lnTo>
                    <a:pt x="764737" y="102722"/>
                  </a:lnTo>
                  <a:close/>
                  <a:moveTo>
                    <a:pt x="636216" y="0"/>
                  </a:moveTo>
                  <a:lnTo>
                    <a:pt x="594707" y="57979"/>
                  </a:lnTo>
                  <a:lnTo>
                    <a:pt x="605224" y="65171"/>
                  </a:lnTo>
                  <a:lnTo>
                    <a:pt x="605342" y="65251"/>
                  </a:lnTo>
                  <a:cubicBezTo>
                    <a:pt x="610906" y="69055"/>
                    <a:pt x="615481" y="72184"/>
                    <a:pt x="623398" y="77601"/>
                  </a:cubicBezTo>
                  <a:lnTo>
                    <a:pt x="630501" y="77503"/>
                  </a:lnTo>
                  <a:lnTo>
                    <a:pt x="636216" y="69521"/>
                  </a:lnTo>
                  <a:close/>
                  <a:moveTo>
                    <a:pt x="492159" y="347829"/>
                  </a:moveTo>
                  <a:lnTo>
                    <a:pt x="590297" y="385362"/>
                  </a:lnTo>
                  <a:lnTo>
                    <a:pt x="590297" y="315841"/>
                  </a:lnTo>
                  <a:lnTo>
                    <a:pt x="492159" y="278307"/>
                  </a:lnTo>
                  <a:close/>
                  <a:moveTo>
                    <a:pt x="410744" y="414356"/>
                  </a:moveTo>
                  <a:lnTo>
                    <a:pt x="445739" y="355323"/>
                  </a:lnTo>
                  <a:lnTo>
                    <a:pt x="445739" y="285801"/>
                  </a:lnTo>
                  <a:lnTo>
                    <a:pt x="410744" y="344835"/>
                  </a:lnTo>
                  <a:close/>
                  <a:moveTo>
                    <a:pt x="623398" y="221662"/>
                  </a:moveTo>
                  <a:lnTo>
                    <a:pt x="624314" y="282639"/>
                  </a:lnTo>
                  <a:lnTo>
                    <a:pt x="630501" y="291281"/>
                  </a:lnTo>
                  <a:lnTo>
                    <a:pt x="651313" y="291567"/>
                  </a:lnTo>
                  <a:lnTo>
                    <a:pt x="651313" y="222046"/>
                  </a:lnTo>
                  <a:close/>
                  <a:moveTo>
                    <a:pt x="151763" y="70472"/>
                  </a:moveTo>
                  <a:cubicBezTo>
                    <a:pt x="148798" y="72500"/>
                    <a:pt x="145538" y="74728"/>
                    <a:pt x="141338" y="77601"/>
                  </a:cubicBezTo>
                  <a:moveTo>
                    <a:pt x="605342" y="65251"/>
                  </a:moveTo>
                  <a:cubicBezTo>
                    <a:pt x="605303" y="65225"/>
                    <a:pt x="605264" y="65198"/>
                    <a:pt x="605224" y="65171"/>
                  </a:cubicBezTo>
                  <a:cubicBezTo>
                    <a:pt x="602235" y="63126"/>
                    <a:pt x="598951" y="60882"/>
                    <a:pt x="594707" y="57979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235602" y="2835696"/>
              <a:ext cx="417129" cy="139400"/>
            </a:xfrm>
            <a:custGeom>
              <a:avLst/>
              <a:gdLst/>
              <a:ahLst/>
              <a:cxnLst/>
              <a:rect l="0" t="0" r="0" b="0"/>
              <a:pathLst>
                <a:path w="417129" h="139400">
                  <a:moveTo>
                    <a:pt x="11909" y="138869"/>
                  </a:moveTo>
                  <a:cubicBezTo>
                    <a:pt x="4196" y="127998"/>
                    <a:pt x="0" y="116297"/>
                    <a:pt x="0" y="104108"/>
                  </a:cubicBezTo>
                  <a:cubicBezTo>
                    <a:pt x="0" y="46611"/>
                    <a:pt x="93379" y="0"/>
                    <a:pt x="208564" y="0"/>
                  </a:cubicBezTo>
                  <a:cubicBezTo>
                    <a:pt x="323750" y="0"/>
                    <a:pt x="417129" y="46611"/>
                    <a:pt x="417129" y="104108"/>
                  </a:cubicBezTo>
                  <a:cubicBezTo>
                    <a:pt x="417129" y="116297"/>
                    <a:pt x="412932" y="127998"/>
                    <a:pt x="405220" y="138869"/>
                  </a:cubicBezTo>
                  <a:moveTo>
                    <a:pt x="405220" y="138869"/>
                  </a:moveTo>
                  <a:cubicBezTo>
                    <a:pt x="386349" y="112270"/>
                    <a:pt x="346435" y="90641"/>
                    <a:pt x="295466" y="78963"/>
                  </a:cubicBezTo>
                  <a:cubicBezTo>
                    <a:pt x="269011" y="72902"/>
                    <a:pt x="239578" y="69523"/>
                    <a:pt x="208564" y="69523"/>
                  </a:cubicBezTo>
                  <a:cubicBezTo>
                    <a:pt x="183102" y="69523"/>
                    <a:pt x="158704" y="71800"/>
                    <a:pt x="136146" y="75970"/>
                  </a:cubicBezTo>
                  <a:cubicBezTo>
                    <a:pt x="78292" y="86664"/>
                    <a:pt x="32532" y="109798"/>
                    <a:pt x="11909" y="138869"/>
                  </a:cubicBezTo>
                  <a:moveTo>
                    <a:pt x="11909" y="138869"/>
                  </a:moveTo>
                  <a:cubicBezTo>
                    <a:pt x="12211" y="139295"/>
                    <a:pt x="11596" y="138445"/>
                    <a:pt x="11909" y="138869"/>
                  </a:cubicBezTo>
                  <a:close/>
                  <a:moveTo>
                    <a:pt x="405220" y="138869"/>
                  </a:moveTo>
                  <a:cubicBezTo>
                    <a:pt x="405613" y="138342"/>
                    <a:pt x="404843" y="139400"/>
                    <a:pt x="405220" y="138869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061798" y="2744602"/>
              <a:ext cx="764737" cy="390406"/>
            </a:xfrm>
            <a:custGeom>
              <a:avLst/>
              <a:gdLst/>
              <a:ahLst/>
              <a:cxnLst/>
              <a:rect l="0" t="0" r="0" b="0"/>
              <a:pathLst>
                <a:path w="764737" h="390406">
                  <a:moveTo>
                    <a:pt x="662576" y="207331"/>
                  </a:moveTo>
                  <a:lnTo>
                    <a:pt x="662576" y="183074"/>
                  </a:lnTo>
                  <a:lnTo>
                    <a:pt x="764737" y="148295"/>
                  </a:lnTo>
                  <a:lnTo>
                    <a:pt x="757846" y="137758"/>
                  </a:lnTo>
                  <a:cubicBezTo>
                    <a:pt x="754870" y="133206"/>
                    <a:pt x="753069" y="130452"/>
                    <a:pt x="747195" y="121472"/>
                  </a:cubicBezTo>
                  <a:lnTo>
                    <a:pt x="623398" y="123172"/>
                  </a:lnTo>
                  <a:cubicBezTo>
                    <a:pt x="615488" y="117760"/>
                    <a:pt x="610914" y="114634"/>
                    <a:pt x="605357" y="110833"/>
                  </a:cubicBezTo>
                  <a:lnTo>
                    <a:pt x="605342" y="110823"/>
                  </a:lnTo>
                  <a:lnTo>
                    <a:pt x="594707" y="103551"/>
                  </a:lnTo>
                  <a:lnTo>
                    <a:pt x="636216" y="45571"/>
                  </a:lnTo>
                  <a:lnTo>
                    <a:pt x="590297" y="28993"/>
                  </a:lnTo>
                  <a:lnTo>
                    <a:pt x="492159" y="66527"/>
                  </a:lnTo>
                  <a:lnTo>
                    <a:pt x="478947" y="64395"/>
                  </a:lnTo>
                  <a:cubicBezTo>
                    <a:pt x="467960" y="62621"/>
                    <a:pt x="460389" y="61399"/>
                    <a:pt x="445739" y="59033"/>
                  </a:cubicBezTo>
                  <a:lnTo>
                    <a:pt x="410744" y="0"/>
                  </a:lnTo>
                  <a:lnTo>
                    <a:pt x="353992" y="0"/>
                  </a:lnTo>
                  <a:lnTo>
                    <a:pt x="318997" y="59033"/>
                  </a:lnTo>
                  <a:lnTo>
                    <a:pt x="305731" y="61175"/>
                  </a:lnTo>
                  <a:cubicBezTo>
                    <a:pt x="294773" y="62943"/>
                    <a:pt x="287203" y="64166"/>
                    <a:pt x="272577" y="66527"/>
                  </a:cubicBezTo>
                  <a:lnTo>
                    <a:pt x="174440" y="28993"/>
                  </a:lnTo>
                  <a:lnTo>
                    <a:pt x="128521" y="45571"/>
                  </a:lnTo>
                  <a:lnTo>
                    <a:pt x="170030" y="103551"/>
                  </a:lnTo>
                  <a:cubicBezTo>
                    <a:pt x="162013" y="109036"/>
                    <a:pt x="157423" y="112174"/>
                    <a:pt x="151763" y="116044"/>
                  </a:cubicBezTo>
                  <a:lnTo>
                    <a:pt x="141338" y="123172"/>
                  </a:lnTo>
                  <a:lnTo>
                    <a:pt x="17541" y="121472"/>
                  </a:lnTo>
                  <a:lnTo>
                    <a:pt x="11141" y="131259"/>
                  </a:lnTo>
                  <a:cubicBezTo>
                    <a:pt x="7857" y="136281"/>
                    <a:pt x="6189" y="138832"/>
                    <a:pt x="0" y="148295"/>
                  </a:cubicBezTo>
                  <a:lnTo>
                    <a:pt x="102160" y="183074"/>
                  </a:lnTo>
                  <a:lnTo>
                    <a:pt x="102160" y="207331"/>
                  </a:lnTo>
                  <a:lnTo>
                    <a:pt x="0" y="242112"/>
                  </a:lnTo>
                  <a:lnTo>
                    <a:pt x="6390" y="251884"/>
                  </a:lnTo>
                  <a:cubicBezTo>
                    <a:pt x="9680" y="256916"/>
                    <a:pt x="11345" y="259463"/>
                    <a:pt x="17541" y="268934"/>
                  </a:cubicBezTo>
                  <a:lnTo>
                    <a:pt x="141338" y="267233"/>
                  </a:lnTo>
                  <a:cubicBezTo>
                    <a:pt x="149365" y="272726"/>
                    <a:pt x="153956" y="275865"/>
                    <a:pt x="159626" y="279742"/>
                  </a:cubicBezTo>
                  <a:lnTo>
                    <a:pt x="170030" y="286855"/>
                  </a:lnTo>
                  <a:lnTo>
                    <a:pt x="128521" y="344835"/>
                  </a:lnTo>
                  <a:lnTo>
                    <a:pt x="174440" y="361412"/>
                  </a:lnTo>
                  <a:lnTo>
                    <a:pt x="272577" y="323878"/>
                  </a:lnTo>
                  <a:lnTo>
                    <a:pt x="285566" y="325976"/>
                  </a:lnTo>
                  <a:cubicBezTo>
                    <a:pt x="296676" y="327768"/>
                    <a:pt x="304248" y="328991"/>
                    <a:pt x="318997" y="331373"/>
                  </a:cubicBezTo>
                  <a:lnTo>
                    <a:pt x="353992" y="390406"/>
                  </a:lnTo>
                  <a:lnTo>
                    <a:pt x="410744" y="390406"/>
                  </a:lnTo>
                  <a:lnTo>
                    <a:pt x="445739" y="331373"/>
                  </a:lnTo>
                  <a:lnTo>
                    <a:pt x="458634" y="329292"/>
                  </a:lnTo>
                  <a:cubicBezTo>
                    <a:pt x="469794" y="327490"/>
                    <a:pt x="477368" y="326267"/>
                    <a:pt x="492159" y="323878"/>
                  </a:cubicBezTo>
                  <a:lnTo>
                    <a:pt x="590297" y="361412"/>
                  </a:lnTo>
                  <a:lnTo>
                    <a:pt x="636216" y="344835"/>
                  </a:lnTo>
                  <a:lnTo>
                    <a:pt x="594707" y="286855"/>
                  </a:lnTo>
                  <a:cubicBezTo>
                    <a:pt x="602688" y="281395"/>
                    <a:pt x="607272" y="278261"/>
                    <a:pt x="612896" y="274415"/>
                  </a:cubicBezTo>
                  <a:lnTo>
                    <a:pt x="612902" y="274410"/>
                  </a:lnTo>
                  <a:lnTo>
                    <a:pt x="623398" y="267233"/>
                  </a:lnTo>
                  <a:lnTo>
                    <a:pt x="651152" y="267615"/>
                  </a:lnTo>
                  <a:lnTo>
                    <a:pt x="651152" y="256679"/>
                  </a:lnTo>
                  <a:lnTo>
                    <a:pt x="677540" y="228015"/>
                  </a:lnTo>
                  <a:lnTo>
                    <a:pt x="737571" y="232863"/>
                  </a:lnTo>
                  <a:close/>
                  <a:moveTo>
                    <a:pt x="590933" y="195203"/>
                  </a:moveTo>
                  <a:cubicBezTo>
                    <a:pt x="590933" y="207393"/>
                    <a:pt x="586736" y="219093"/>
                    <a:pt x="579024" y="229964"/>
                  </a:cubicBezTo>
                  <a:cubicBezTo>
                    <a:pt x="550359" y="270369"/>
                    <a:pt x="473133" y="299312"/>
                    <a:pt x="382368" y="299312"/>
                  </a:cubicBezTo>
                  <a:cubicBezTo>
                    <a:pt x="291603" y="299312"/>
                    <a:pt x="214377" y="270369"/>
                    <a:pt x="185712" y="229964"/>
                  </a:cubicBezTo>
                  <a:cubicBezTo>
                    <a:pt x="178000" y="219093"/>
                    <a:pt x="173803" y="207393"/>
                    <a:pt x="173803" y="195203"/>
                  </a:cubicBezTo>
                  <a:cubicBezTo>
                    <a:pt x="173803" y="137707"/>
                    <a:pt x="267182" y="91095"/>
                    <a:pt x="382368" y="91095"/>
                  </a:cubicBezTo>
                  <a:cubicBezTo>
                    <a:pt x="497554" y="91095"/>
                    <a:pt x="590933" y="137707"/>
                    <a:pt x="590933" y="195203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233092" y="2744601"/>
            <a:ext cx="764733" cy="459933"/>
            <a:chOff x="5233092" y="2744601"/>
            <a:chExt cx="764733" cy="459933"/>
          </a:xfrm>
        </p:grpSpPr>
        <p:sp>
          <p:nvSpPr>
            <p:cNvPr id="40" name="Rounded Rectangle 39"/>
            <p:cNvSpPr/>
            <p:nvPr/>
          </p:nvSpPr>
          <p:spPr>
            <a:xfrm>
              <a:off x="5505650" y="3011834"/>
              <a:ext cx="363635" cy="192700"/>
            </a:xfrm>
            <a:custGeom>
              <a:avLst/>
              <a:gdLst/>
              <a:ahLst/>
              <a:cxnLst/>
              <a:rect l="0" t="0" r="0" b="0"/>
              <a:pathLst>
                <a:path w="363635" h="192700">
                  <a:moveTo>
                    <a:pt x="81410" y="192700"/>
                  </a:moveTo>
                  <a:lnTo>
                    <a:pt x="138169" y="192700"/>
                  </a:lnTo>
                  <a:lnTo>
                    <a:pt x="138169" y="123177"/>
                  </a:lnTo>
                  <a:lnTo>
                    <a:pt x="81410" y="123177"/>
                  </a:lnTo>
                  <a:lnTo>
                    <a:pt x="81410" y="192700"/>
                  </a:lnTo>
                  <a:moveTo>
                    <a:pt x="12992" y="128263"/>
                  </a:moveTo>
                  <a:lnTo>
                    <a:pt x="13973" y="128263"/>
                  </a:lnTo>
                  <a:cubicBezTo>
                    <a:pt x="24555" y="130130"/>
                    <a:pt x="32108" y="131349"/>
                    <a:pt x="46415" y="133664"/>
                  </a:cubicBezTo>
                  <a:lnTo>
                    <a:pt x="46415" y="64141"/>
                  </a:lnTo>
                  <a:cubicBezTo>
                    <a:pt x="31670" y="61760"/>
                    <a:pt x="24098" y="60540"/>
                    <a:pt x="12992" y="58740"/>
                  </a:cubicBezTo>
                  <a:lnTo>
                    <a:pt x="0" y="56645"/>
                  </a:lnTo>
                  <a:lnTo>
                    <a:pt x="0" y="126168"/>
                  </a:lnTo>
                  <a:lnTo>
                    <a:pt x="12992" y="128263"/>
                  </a:lnTo>
                  <a:moveTo>
                    <a:pt x="350824" y="0"/>
                  </a:moveTo>
                  <a:lnTo>
                    <a:pt x="340328" y="7181"/>
                  </a:lnTo>
                  <a:cubicBezTo>
                    <a:pt x="334689" y="11029"/>
                    <a:pt x="330107" y="14163"/>
                    <a:pt x="322125" y="19621"/>
                  </a:cubicBezTo>
                  <a:lnTo>
                    <a:pt x="351739" y="60979"/>
                  </a:lnTo>
                  <a:lnTo>
                    <a:pt x="350824" y="0"/>
                  </a:lnTo>
                  <a:moveTo>
                    <a:pt x="186061" y="131578"/>
                  </a:moveTo>
                  <a:cubicBezTo>
                    <a:pt x="197215" y="129778"/>
                    <a:pt x="204787" y="128558"/>
                    <a:pt x="219579" y="126168"/>
                  </a:cubicBezTo>
                  <a:lnTo>
                    <a:pt x="219579" y="56645"/>
                  </a:lnTo>
                  <a:cubicBezTo>
                    <a:pt x="204787" y="59035"/>
                    <a:pt x="197215" y="60255"/>
                    <a:pt x="186061" y="62064"/>
                  </a:cubicBezTo>
                  <a:lnTo>
                    <a:pt x="173164" y="64141"/>
                  </a:lnTo>
                  <a:lnTo>
                    <a:pt x="173164" y="133664"/>
                  </a:lnTo>
                  <a:lnTo>
                    <a:pt x="186061" y="131578"/>
                  </a:lnTo>
                  <a:moveTo>
                    <a:pt x="317715" y="163706"/>
                  </a:moveTo>
                  <a:lnTo>
                    <a:pt x="340680" y="155409"/>
                  </a:lnTo>
                  <a:lnTo>
                    <a:pt x="351215" y="151609"/>
                  </a:lnTo>
                  <a:lnTo>
                    <a:pt x="351215" y="85896"/>
                  </a:lnTo>
                  <a:lnTo>
                    <a:pt x="363635" y="83162"/>
                  </a:lnTo>
                  <a:lnTo>
                    <a:pt x="363635" y="77600"/>
                  </a:lnTo>
                  <a:lnTo>
                    <a:pt x="340680" y="85896"/>
                  </a:lnTo>
                  <a:lnTo>
                    <a:pt x="317715" y="94183"/>
                  </a:lnTo>
                  <a:lnTo>
                    <a:pt x="317715" y="163706"/>
                  </a:lnTo>
                  <a:moveTo>
                    <a:pt x="12992" y="58740"/>
                  </a:moveTo>
                  <a:lnTo>
                    <a:pt x="0" y="56645"/>
                  </a:lnTo>
                  <a:cubicBezTo>
                    <a:pt x="5019" y="57454"/>
                    <a:pt x="9210" y="58131"/>
                    <a:pt x="12992" y="58740"/>
                  </a:cubicBezTo>
                </a:path>
              </a:pathLst>
            </a:custGeom>
            <a:solidFill>
              <a:srgbClr val="14BAB7">
                <a:alpha val="7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233092" y="2790178"/>
              <a:ext cx="764733" cy="414356"/>
            </a:xfrm>
            <a:custGeom>
              <a:avLst/>
              <a:gdLst/>
              <a:ahLst/>
              <a:cxnLst/>
              <a:rect l="0" t="0" r="0" b="0"/>
              <a:pathLst>
                <a:path w="764733" h="414356">
                  <a:moveTo>
                    <a:pt x="319001" y="355320"/>
                  </a:moveTo>
                  <a:lnTo>
                    <a:pt x="353996" y="414356"/>
                  </a:lnTo>
                  <a:lnTo>
                    <a:pt x="353996" y="344833"/>
                  </a:lnTo>
                  <a:lnTo>
                    <a:pt x="319001" y="285797"/>
                  </a:lnTo>
                  <a:lnTo>
                    <a:pt x="319001" y="355320"/>
                  </a:lnTo>
                  <a:moveTo>
                    <a:pt x="218303" y="300370"/>
                  </a:moveTo>
                  <a:lnTo>
                    <a:pt x="218303" y="368579"/>
                  </a:lnTo>
                  <a:lnTo>
                    <a:pt x="272576" y="347824"/>
                  </a:lnTo>
                  <a:lnTo>
                    <a:pt x="272576" y="278301"/>
                  </a:lnTo>
                  <a:lnTo>
                    <a:pt x="215826" y="300008"/>
                  </a:lnTo>
                  <a:lnTo>
                    <a:pt x="218303" y="300008"/>
                  </a:lnTo>
                  <a:moveTo>
                    <a:pt x="141341" y="77600"/>
                  </a:moveTo>
                  <a:lnTo>
                    <a:pt x="151761" y="70465"/>
                  </a:lnTo>
                  <a:cubicBezTo>
                    <a:pt x="157419" y="66598"/>
                    <a:pt x="162010" y="63465"/>
                    <a:pt x="170030" y="57978"/>
                  </a:cubicBezTo>
                  <a:lnTo>
                    <a:pt x="128520" y="0"/>
                  </a:lnTo>
                  <a:lnTo>
                    <a:pt x="128520" y="69513"/>
                  </a:lnTo>
                  <a:lnTo>
                    <a:pt x="134235" y="77504"/>
                  </a:lnTo>
                  <a:lnTo>
                    <a:pt x="141341" y="77504"/>
                  </a:lnTo>
                  <a:moveTo>
                    <a:pt x="662578" y="137502"/>
                  </a:moveTo>
                  <a:lnTo>
                    <a:pt x="662578" y="161753"/>
                  </a:lnTo>
                  <a:lnTo>
                    <a:pt x="729053" y="184384"/>
                  </a:lnTo>
                  <a:lnTo>
                    <a:pt x="764733" y="172240"/>
                  </a:lnTo>
                  <a:lnTo>
                    <a:pt x="764733" y="102717"/>
                  </a:lnTo>
                  <a:lnTo>
                    <a:pt x="747198" y="108689"/>
                  </a:lnTo>
                  <a:lnTo>
                    <a:pt x="662578" y="137502"/>
                  </a:lnTo>
                  <a:moveTo>
                    <a:pt x="636212" y="0"/>
                  </a:moveTo>
                  <a:lnTo>
                    <a:pt x="594702" y="57978"/>
                  </a:lnTo>
                  <a:lnTo>
                    <a:pt x="605228" y="65170"/>
                  </a:lnTo>
                  <a:cubicBezTo>
                    <a:pt x="610904" y="69056"/>
                    <a:pt x="615476" y="72180"/>
                    <a:pt x="623401" y="77600"/>
                  </a:cubicBezTo>
                  <a:lnTo>
                    <a:pt x="630497" y="77600"/>
                  </a:lnTo>
                  <a:lnTo>
                    <a:pt x="636212" y="69513"/>
                  </a:lnTo>
                  <a:lnTo>
                    <a:pt x="636212" y="0"/>
                  </a:lnTo>
                  <a:moveTo>
                    <a:pt x="492156" y="347824"/>
                  </a:moveTo>
                  <a:lnTo>
                    <a:pt x="590292" y="385362"/>
                  </a:lnTo>
                  <a:lnTo>
                    <a:pt x="590292" y="315839"/>
                  </a:lnTo>
                  <a:lnTo>
                    <a:pt x="492156" y="278301"/>
                  </a:lnTo>
                  <a:lnTo>
                    <a:pt x="492156" y="347824"/>
                  </a:lnTo>
                  <a:moveTo>
                    <a:pt x="410746" y="414356"/>
                  </a:moveTo>
                  <a:lnTo>
                    <a:pt x="445741" y="355320"/>
                  </a:lnTo>
                  <a:lnTo>
                    <a:pt x="445741" y="285797"/>
                  </a:lnTo>
                  <a:lnTo>
                    <a:pt x="410746" y="344833"/>
                  </a:lnTo>
                  <a:lnTo>
                    <a:pt x="410746" y="414356"/>
                  </a:lnTo>
                  <a:moveTo>
                    <a:pt x="0" y="102717"/>
                  </a:moveTo>
                  <a:lnTo>
                    <a:pt x="22545" y="110394"/>
                  </a:lnTo>
                  <a:lnTo>
                    <a:pt x="0" y="116947"/>
                  </a:lnTo>
                  <a:lnTo>
                    <a:pt x="0" y="102717"/>
                  </a:lnTo>
                  <a:moveTo>
                    <a:pt x="623401" y="221656"/>
                  </a:moveTo>
                  <a:lnTo>
                    <a:pt x="624316" y="282635"/>
                  </a:lnTo>
                  <a:lnTo>
                    <a:pt x="630497" y="291274"/>
                  </a:lnTo>
                  <a:lnTo>
                    <a:pt x="651195" y="291274"/>
                  </a:lnTo>
                  <a:lnTo>
                    <a:pt x="651195" y="222037"/>
                  </a:lnTo>
                  <a:lnTo>
                    <a:pt x="623401" y="222037"/>
                  </a:lnTo>
                  <a:moveTo>
                    <a:pt x="594702" y="57978"/>
                  </a:moveTo>
                  <a:lnTo>
                    <a:pt x="605342" y="65246"/>
                  </a:lnTo>
                  <a:cubicBezTo>
                    <a:pt x="605304" y="65217"/>
                    <a:pt x="605266" y="65198"/>
                    <a:pt x="605228" y="65170"/>
                  </a:cubicBezTo>
                  <a:cubicBezTo>
                    <a:pt x="602237" y="63122"/>
                    <a:pt x="598951" y="60874"/>
                    <a:pt x="594702" y="57978"/>
                  </a:cubicBezTo>
                </a:path>
              </a:pathLst>
            </a:custGeom>
            <a:solidFill>
              <a:srgbClr val="14BAB7">
                <a:alpha val="7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5406894" y="2835698"/>
              <a:ext cx="417128" cy="139398"/>
            </a:xfrm>
            <a:custGeom>
              <a:avLst/>
              <a:gdLst/>
              <a:ahLst/>
              <a:cxnLst/>
              <a:rect l="0" t="0" r="0" b="0"/>
              <a:pathLst>
                <a:path w="417128" h="139398">
                  <a:moveTo>
                    <a:pt x="11906" y="138864"/>
                  </a:moveTo>
                  <a:cubicBezTo>
                    <a:pt x="4200" y="127996"/>
                    <a:pt x="0" y="116300"/>
                    <a:pt x="0" y="104108"/>
                  </a:cubicBezTo>
                  <a:cubicBezTo>
                    <a:pt x="0" y="46605"/>
                    <a:pt x="93383" y="0"/>
                    <a:pt x="208568" y="0"/>
                  </a:cubicBezTo>
                  <a:cubicBezTo>
                    <a:pt x="323754" y="0"/>
                    <a:pt x="417128" y="46605"/>
                    <a:pt x="417128" y="104108"/>
                  </a:cubicBezTo>
                  <a:cubicBezTo>
                    <a:pt x="417128" y="116300"/>
                    <a:pt x="412937" y="127996"/>
                    <a:pt x="405222" y="138864"/>
                  </a:cubicBezTo>
                  <a:moveTo>
                    <a:pt x="405222" y="138864"/>
                  </a:moveTo>
                  <a:cubicBezTo>
                    <a:pt x="386353" y="112271"/>
                    <a:pt x="346433" y="90639"/>
                    <a:pt x="295465" y="78962"/>
                  </a:cubicBezTo>
                  <a:cubicBezTo>
                    <a:pt x="269014" y="72904"/>
                    <a:pt x="239582" y="69522"/>
                    <a:pt x="208568" y="69522"/>
                  </a:cubicBezTo>
                  <a:cubicBezTo>
                    <a:pt x="183099" y="69522"/>
                    <a:pt x="158705" y="71799"/>
                    <a:pt x="136150" y="75971"/>
                  </a:cubicBezTo>
                  <a:cubicBezTo>
                    <a:pt x="78295" y="86658"/>
                    <a:pt x="32537" y="109794"/>
                    <a:pt x="11906" y="138864"/>
                  </a:cubicBezTo>
                  <a:moveTo>
                    <a:pt x="11906" y="138864"/>
                  </a:moveTo>
                  <a:cubicBezTo>
                    <a:pt x="12211" y="139293"/>
                    <a:pt x="11601" y="138445"/>
                    <a:pt x="11906" y="138864"/>
                  </a:cubicBezTo>
                  <a:moveTo>
                    <a:pt x="405222" y="138864"/>
                  </a:moveTo>
                  <a:cubicBezTo>
                    <a:pt x="405612" y="138341"/>
                    <a:pt x="404841" y="139398"/>
                    <a:pt x="405222" y="138864"/>
                  </a:cubicBezTo>
                </a:path>
              </a:pathLst>
            </a:custGeom>
            <a:solidFill>
              <a:srgbClr val="14BAB7">
                <a:alpha val="7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233092" y="2744601"/>
              <a:ext cx="764733" cy="390410"/>
            </a:xfrm>
            <a:custGeom>
              <a:avLst/>
              <a:gdLst/>
              <a:ahLst/>
              <a:cxnLst/>
              <a:rect l="0" t="0" r="0" b="0"/>
              <a:pathLst>
                <a:path w="764733" h="390410">
                  <a:moveTo>
                    <a:pt x="662578" y="207330"/>
                  </a:moveTo>
                  <a:lnTo>
                    <a:pt x="662578" y="183080"/>
                  </a:lnTo>
                  <a:lnTo>
                    <a:pt x="764733" y="148294"/>
                  </a:lnTo>
                  <a:lnTo>
                    <a:pt x="757494" y="137217"/>
                  </a:lnTo>
                  <a:cubicBezTo>
                    <a:pt x="754713" y="132978"/>
                    <a:pt x="752827" y="130092"/>
                    <a:pt x="747198" y="121472"/>
                  </a:cubicBezTo>
                  <a:lnTo>
                    <a:pt x="623401" y="123177"/>
                  </a:lnTo>
                  <a:cubicBezTo>
                    <a:pt x="615486" y="117757"/>
                    <a:pt x="610914" y="114633"/>
                    <a:pt x="605361" y="110832"/>
                  </a:cubicBezTo>
                  <a:lnTo>
                    <a:pt x="594702" y="103555"/>
                  </a:lnTo>
                  <a:lnTo>
                    <a:pt x="636212" y="45577"/>
                  </a:lnTo>
                  <a:lnTo>
                    <a:pt x="590292" y="28994"/>
                  </a:lnTo>
                  <a:lnTo>
                    <a:pt x="492156" y="66532"/>
                  </a:lnTo>
                  <a:lnTo>
                    <a:pt x="478907" y="64388"/>
                  </a:lnTo>
                  <a:cubicBezTo>
                    <a:pt x="467944" y="62617"/>
                    <a:pt x="460371" y="61398"/>
                    <a:pt x="445741" y="59035"/>
                  </a:cubicBezTo>
                  <a:lnTo>
                    <a:pt x="410746" y="0"/>
                  </a:lnTo>
                  <a:lnTo>
                    <a:pt x="353996" y="0"/>
                  </a:lnTo>
                  <a:lnTo>
                    <a:pt x="319001" y="59035"/>
                  </a:lnTo>
                  <a:lnTo>
                    <a:pt x="305733" y="61179"/>
                  </a:lnTo>
                  <a:cubicBezTo>
                    <a:pt x="294770" y="62941"/>
                    <a:pt x="287207" y="64169"/>
                    <a:pt x="272576" y="66532"/>
                  </a:cubicBezTo>
                  <a:lnTo>
                    <a:pt x="174440" y="28994"/>
                  </a:lnTo>
                  <a:lnTo>
                    <a:pt x="128520" y="45577"/>
                  </a:lnTo>
                  <a:lnTo>
                    <a:pt x="170030" y="103555"/>
                  </a:lnTo>
                  <a:cubicBezTo>
                    <a:pt x="162010" y="109042"/>
                    <a:pt x="157419" y="112175"/>
                    <a:pt x="151761" y="116043"/>
                  </a:cubicBezTo>
                  <a:lnTo>
                    <a:pt x="141341" y="123177"/>
                  </a:lnTo>
                  <a:lnTo>
                    <a:pt x="17545" y="121472"/>
                  </a:lnTo>
                  <a:lnTo>
                    <a:pt x="11144" y="131264"/>
                  </a:lnTo>
                  <a:cubicBezTo>
                    <a:pt x="7858" y="136283"/>
                    <a:pt x="6191" y="138836"/>
                    <a:pt x="0" y="148294"/>
                  </a:cubicBezTo>
                  <a:lnTo>
                    <a:pt x="22555" y="155971"/>
                  </a:lnTo>
                  <a:lnTo>
                    <a:pt x="59102" y="145141"/>
                  </a:lnTo>
                  <a:lnTo>
                    <a:pt x="104555" y="170335"/>
                  </a:lnTo>
                  <a:lnTo>
                    <a:pt x="104555" y="241411"/>
                  </a:lnTo>
                  <a:lnTo>
                    <a:pt x="181470" y="237201"/>
                  </a:lnTo>
                  <a:lnTo>
                    <a:pt x="202282" y="269300"/>
                  </a:lnTo>
                  <a:lnTo>
                    <a:pt x="202282" y="343395"/>
                  </a:lnTo>
                  <a:lnTo>
                    <a:pt x="215817" y="345586"/>
                  </a:lnTo>
                  <a:lnTo>
                    <a:pt x="272576" y="323878"/>
                  </a:lnTo>
                  <a:lnTo>
                    <a:pt x="285569" y="325974"/>
                  </a:lnTo>
                  <a:cubicBezTo>
                    <a:pt x="296675" y="327774"/>
                    <a:pt x="304247" y="328993"/>
                    <a:pt x="319001" y="331374"/>
                  </a:cubicBezTo>
                  <a:lnTo>
                    <a:pt x="353996" y="390410"/>
                  </a:lnTo>
                  <a:lnTo>
                    <a:pt x="410746" y="390410"/>
                  </a:lnTo>
                  <a:lnTo>
                    <a:pt x="445741" y="331374"/>
                  </a:lnTo>
                  <a:lnTo>
                    <a:pt x="458638" y="329288"/>
                  </a:lnTo>
                  <a:cubicBezTo>
                    <a:pt x="469792" y="327488"/>
                    <a:pt x="477364" y="326269"/>
                    <a:pt x="492156" y="323878"/>
                  </a:cubicBezTo>
                  <a:lnTo>
                    <a:pt x="590292" y="361416"/>
                  </a:lnTo>
                  <a:lnTo>
                    <a:pt x="636212" y="344833"/>
                  </a:lnTo>
                  <a:lnTo>
                    <a:pt x="594702" y="286854"/>
                  </a:lnTo>
                  <a:cubicBezTo>
                    <a:pt x="602684" y="281397"/>
                    <a:pt x="607275" y="278263"/>
                    <a:pt x="612895" y="274415"/>
                  </a:cubicBezTo>
                  <a:lnTo>
                    <a:pt x="623401" y="267233"/>
                  </a:lnTo>
                  <a:lnTo>
                    <a:pt x="651252" y="267233"/>
                  </a:lnTo>
                  <a:lnTo>
                    <a:pt x="651252" y="256927"/>
                  </a:lnTo>
                  <a:lnTo>
                    <a:pt x="677570" y="227980"/>
                  </a:lnTo>
                  <a:lnTo>
                    <a:pt x="737644" y="232895"/>
                  </a:lnTo>
                  <a:lnTo>
                    <a:pt x="662578" y="207330"/>
                  </a:lnTo>
                  <a:moveTo>
                    <a:pt x="590930" y="195205"/>
                  </a:moveTo>
                  <a:cubicBezTo>
                    <a:pt x="590930" y="207397"/>
                    <a:pt x="586740" y="219094"/>
                    <a:pt x="579024" y="229962"/>
                  </a:cubicBezTo>
                  <a:cubicBezTo>
                    <a:pt x="550364" y="270367"/>
                    <a:pt x="473135" y="299313"/>
                    <a:pt x="382371" y="299313"/>
                  </a:cubicBezTo>
                  <a:cubicBezTo>
                    <a:pt x="291607" y="299313"/>
                    <a:pt x="214379" y="270367"/>
                    <a:pt x="185708" y="229962"/>
                  </a:cubicBezTo>
                  <a:cubicBezTo>
                    <a:pt x="178003" y="219094"/>
                    <a:pt x="173802" y="207397"/>
                    <a:pt x="173802" y="195205"/>
                  </a:cubicBezTo>
                  <a:cubicBezTo>
                    <a:pt x="173802" y="137712"/>
                    <a:pt x="267185" y="91097"/>
                    <a:pt x="382371" y="91097"/>
                  </a:cubicBezTo>
                  <a:cubicBezTo>
                    <a:pt x="497557" y="91097"/>
                    <a:pt x="590930" y="137712"/>
                    <a:pt x="590930" y="195205"/>
                  </a:cubicBezTo>
                </a:path>
              </a:pathLst>
            </a:custGeom>
            <a:solidFill>
              <a:srgbClr val="14BAB7">
                <a:alpha val="7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233092" y="2744602"/>
            <a:ext cx="764737" cy="459929"/>
            <a:chOff x="5233092" y="2744602"/>
            <a:chExt cx="764737" cy="459929"/>
          </a:xfrm>
        </p:grpSpPr>
        <p:sp>
          <p:nvSpPr>
            <p:cNvPr id="45" name="Rounded Rectangle 44"/>
            <p:cNvSpPr/>
            <p:nvPr/>
          </p:nvSpPr>
          <p:spPr>
            <a:xfrm>
              <a:off x="5505649" y="3011837"/>
              <a:ext cx="363637" cy="192694"/>
            </a:xfrm>
            <a:custGeom>
              <a:avLst/>
              <a:gdLst/>
              <a:ahLst/>
              <a:cxnLst/>
              <a:rect l="0" t="0" r="0" b="0"/>
              <a:pathLst>
                <a:path w="363637" h="192694">
                  <a:moveTo>
                    <a:pt x="81414" y="192694"/>
                  </a:moveTo>
                  <a:lnTo>
                    <a:pt x="109790" y="192694"/>
                  </a:lnTo>
                  <a:lnTo>
                    <a:pt x="138165" y="192694"/>
                  </a:lnTo>
                  <a:lnTo>
                    <a:pt x="138165" y="123172"/>
                  </a:lnTo>
                  <a:lnTo>
                    <a:pt x="81414" y="123172"/>
                  </a:lnTo>
                  <a:close/>
                  <a:moveTo>
                    <a:pt x="12988" y="128263"/>
                  </a:moveTo>
                  <a:lnTo>
                    <a:pt x="13970" y="128421"/>
                  </a:lnTo>
                  <a:cubicBezTo>
                    <a:pt x="24553" y="130130"/>
                    <a:pt x="32108" y="131350"/>
                    <a:pt x="46419" y="133660"/>
                  </a:cubicBezTo>
                  <a:lnTo>
                    <a:pt x="46419" y="64139"/>
                  </a:lnTo>
                  <a:cubicBezTo>
                    <a:pt x="31670" y="61757"/>
                    <a:pt x="24097" y="60534"/>
                    <a:pt x="12988" y="58742"/>
                  </a:cubicBezTo>
                  <a:lnTo>
                    <a:pt x="0" y="56645"/>
                  </a:lnTo>
                  <a:lnTo>
                    <a:pt x="0" y="126166"/>
                  </a:lnTo>
                  <a:close/>
                  <a:moveTo>
                    <a:pt x="350820" y="0"/>
                  </a:moveTo>
                  <a:lnTo>
                    <a:pt x="340324" y="7176"/>
                  </a:lnTo>
                  <a:lnTo>
                    <a:pt x="340318" y="7181"/>
                  </a:lnTo>
                  <a:cubicBezTo>
                    <a:pt x="334692" y="11027"/>
                    <a:pt x="330110" y="14161"/>
                    <a:pt x="322129" y="19621"/>
                  </a:cubicBezTo>
                  <a:lnTo>
                    <a:pt x="351736" y="60977"/>
                  </a:lnTo>
                  <a:close/>
                  <a:moveTo>
                    <a:pt x="186057" y="131579"/>
                  </a:moveTo>
                  <a:cubicBezTo>
                    <a:pt x="197216" y="129778"/>
                    <a:pt x="204790" y="128554"/>
                    <a:pt x="219580" y="126166"/>
                  </a:cubicBezTo>
                  <a:lnTo>
                    <a:pt x="219580" y="56645"/>
                  </a:lnTo>
                  <a:cubicBezTo>
                    <a:pt x="204790" y="59033"/>
                    <a:pt x="197216" y="60256"/>
                    <a:pt x="186057" y="62058"/>
                  </a:cubicBezTo>
                  <a:lnTo>
                    <a:pt x="173160" y="64139"/>
                  </a:lnTo>
                  <a:lnTo>
                    <a:pt x="173160" y="133660"/>
                  </a:lnTo>
                  <a:close/>
                  <a:moveTo>
                    <a:pt x="317719" y="163700"/>
                  </a:moveTo>
                  <a:lnTo>
                    <a:pt x="340678" y="155411"/>
                  </a:lnTo>
                  <a:lnTo>
                    <a:pt x="351219" y="151605"/>
                  </a:lnTo>
                  <a:lnTo>
                    <a:pt x="351219" y="85890"/>
                  </a:lnTo>
                  <a:lnTo>
                    <a:pt x="363637" y="83160"/>
                  </a:lnTo>
                  <a:lnTo>
                    <a:pt x="363637" y="77601"/>
                  </a:lnTo>
                  <a:lnTo>
                    <a:pt x="340678" y="85890"/>
                  </a:lnTo>
                  <a:lnTo>
                    <a:pt x="317719" y="94178"/>
                  </a:lnTo>
                  <a:close/>
                  <a:moveTo>
                    <a:pt x="351219" y="151605"/>
                  </a:moveTo>
                  <a:cubicBezTo>
                    <a:pt x="346926" y="153156"/>
                    <a:pt x="343802" y="154283"/>
                    <a:pt x="340678" y="155411"/>
                  </a:cubicBezTo>
                  <a:cubicBezTo>
                    <a:pt x="335165" y="157401"/>
                    <a:pt x="329653" y="159392"/>
                    <a:pt x="317719" y="163700"/>
                  </a:cubicBezTo>
                  <a:moveTo>
                    <a:pt x="13970" y="128421"/>
                  </a:moveTo>
                  <a:cubicBezTo>
                    <a:pt x="13645" y="128369"/>
                    <a:pt x="13319" y="128317"/>
                    <a:pt x="12988" y="128263"/>
                  </a:cubicBezTo>
                  <a:cubicBezTo>
                    <a:pt x="9209" y="127653"/>
                    <a:pt x="5020" y="126976"/>
                    <a:pt x="0" y="126166"/>
                  </a:cubicBezTo>
                  <a:moveTo>
                    <a:pt x="350820" y="0"/>
                  </a:moveTo>
                  <a:cubicBezTo>
                    <a:pt x="346587" y="2895"/>
                    <a:pt x="343309" y="5136"/>
                    <a:pt x="340324" y="7176"/>
                  </a:cubicBezTo>
                  <a:moveTo>
                    <a:pt x="363637" y="77601"/>
                  </a:moveTo>
                  <a:cubicBezTo>
                    <a:pt x="351702" y="81909"/>
                    <a:pt x="346190" y="83899"/>
                    <a:pt x="340678" y="85890"/>
                  </a:cubicBezTo>
                  <a:cubicBezTo>
                    <a:pt x="335165" y="87879"/>
                    <a:pt x="329653" y="89870"/>
                    <a:pt x="317719" y="94178"/>
                  </a:cubicBezTo>
                  <a:moveTo>
                    <a:pt x="12988" y="58742"/>
                  </a:moveTo>
                  <a:cubicBezTo>
                    <a:pt x="9209" y="58131"/>
                    <a:pt x="5020" y="57454"/>
                    <a:pt x="0" y="56645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5233092" y="2790174"/>
              <a:ext cx="764737" cy="414356"/>
            </a:xfrm>
            <a:custGeom>
              <a:avLst/>
              <a:gdLst/>
              <a:ahLst/>
              <a:cxnLst/>
              <a:rect l="0" t="0" r="0" b="0"/>
              <a:pathLst>
                <a:path w="764737" h="414356">
                  <a:moveTo>
                    <a:pt x="318997" y="355323"/>
                  </a:moveTo>
                  <a:lnTo>
                    <a:pt x="353992" y="414356"/>
                  </a:lnTo>
                  <a:lnTo>
                    <a:pt x="353992" y="344835"/>
                  </a:lnTo>
                  <a:lnTo>
                    <a:pt x="318997" y="285801"/>
                  </a:lnTo>
                  <a:close/>
                  <a:moveTo>
                    <a:pt x="218304" y="300371"/>
                  </a:moveTo>
                  <a:lnTo>
                    <a:pt x="218304" y="368585"/>
                  </a:lnTo>
                  <a:lnTo>
                    <a:pt x="272577" y="347829"/>
                  </a:lnTo>
                  <a:lnTo>
                    <a:pt x="272577" y="278307"/>
                  </a:lnTo>
                  <a:lnTo>
                    <a:pt x="215823" y="300013"/>
                  </a:lnTo>
                  <a:close/>
                  <a:moveTo>
                    <a:pt x="141338" y="77601"/>
                  </a:moveTo>
                  <a:lnTo>
                    <a:pt x="151763" y="70472"/>
                  </a:lnTo>
                  <a:cubicBezTo>
                    <a:pt x="157423" y="66602"/>
                    <a:pt x="162013" y="63465"/>
                    <a:pt x="170030" y="57979"/>
                  </a:cubicBezTo>
                  <a:lnTo>
                    <a:pt x="128521" y="0"/>
                  </a:lnTo>
                  <a:lnTo>
                    <a:pt x="128521" y="69521"/>
                  </a:lnTo>
                  <a:lnTo>
                    <a:pt x="134235" y="77503"/>
                  </a:lnTo>
                  <a:close/>
                  <a:moveTo>
                    <a:pt x="662576" y="137503"/>
                  </a:moveTo>
                  <a:lnTo>
                    <a:pt x="662576" y="161760"/>
                  </a:lnTo>
                  <a:lnTo>
                    <a:pt x="729055" y="184392"/>
                  </a:lnTo>
                  <a:lnTo>
                    <a:pt x="764737" y="172244"/>
                  </a:lnTo>
                  <a:lnTo>
                    <a:pt x="764737" y="102722"/>
                  </a:lnTo>
                  <a:lnTo>
                    <a:pt x="747195" y="108694"/>
                  </a:lnTo>
                  <a:close/>
                  <a:moveTo>
                    <a:pt x="636216" y="0"/>
                  </a:moveTo>
                  <a:lnTo>
                    <a:pt x="594707" y="57979"/>
                  </a:lnTo>
                  <a:lnTo>
                    <a:pt x="605224" y="65171"/>
                  </a:lnTo>
                  <a:lnTo>
                    <a:pt x="605342" y="65251"/>
                  </a:lnTo>
                  <a:cubicBezTo>
                    <a:pt x="610906" y="69055"/>
                    <a:pt x="615481" y="72184"/>
                    <a:pt x="623398" y="77601"/>
                  </a:cubicBezTo>
                  <a:lnTo>
                    <a:pt x="630501" y="77503"/>
                  </a:lnTo>
                  <a:lnTo>
                    <a:pt x="636216" y="69521"/>
                  </a:lnTo>
                  <a:close/>
                  <a:moveTo>
                    <a:pt x="492159" y="347829"/>
                  </a:moveTo>
                  <a:lnTo>
                    <a:pt x="590297" y="385362"/>
                  </a:lnTo>
                  <a:lnTo>
                    <a:pt x="590297" y="315841"/>
                  </a:lnTo>
                  <a:lnTo>
                    <a:pt x="492159" y="278307"/>
                  </a:lnTo>
                  <a:close/>
                  <a:moveTo>
                    <a:pt x="410744" y="414356"/>
                  </a:moveTo>
                  <a:lnTo>
                    <a:pt x="445739" y="355323"/>
                  </a:lnTo>
                  <a:lnTo>
                    <a:pt x="445739" y="285801"/>
                  </a:lnTo>
                  <a:lnTo>
                    <a:pt x="410744" y="344835"/>
                  </a:lnTo>
                  <a:close/>
                  <a:moveTo>
                    <a:pt x="0" y="102722"/>
                  </a:moveTo>
                  <a:lnTo>
                    <a:pt x="22541" y="110397"/>
                  </a:lnTo>
                  <a:lnTo>
                    <a:pt x="0" y="116951"/>
                  </a:lnTo>
                  <a:close/>
                  <a:moveTo>
                    <a:pt x="623398" y="221662"/>
                  </a:moveTo>
                  <a:lnTo>
                    <a:pt x="624314" y="282639"/>
                  </a:lnTo>
                  <a:lnTo>
                    <a:pt x="630501" y="291281"/>
                  </a:lnTo>
                  <a:lnTo>
                    <a:pt x="651194" y="291565"/>
                  </a:lnTo>
                  <a:lnTo>
                    <a:pt x="651194" y="222043"/>
                  </a:lnTo>
                  <a:close/>
                  <a:moveTo>
                    <a:pt x="151763" y="70472"/>
                  </a:moveTo>
                  <a:cubicBezTo>
                    <a:pt x="148798" y="72500"/>
                    <a:pt x="145538" y="74728"/>
                    <a:pt x="141338" y="77601"/>
                  </a:cubicBezTo>
                  <a:moveTo>
                    <a:pt x="605342" y="65251"/>
                  </a:moveTo>
                  <a:cubicBezTo>
                    <a:pt x="605303" y="65225"/>
                    <a:pt x="605264" y="65198"/>
                    <a:pt x="605224" y="65171"/>
                  </a:cubicBezTo>
                  <a:cubicBezTo>
                    <a:pt x="602235" y="63126"/>
                    <a:pt x="598951" y="60882"/>
                    <a:pt x="594707" y="57979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406896" y="2835696"/>
              <a:ext cx="417129" cy="139400"/>
            </a:xfrm>
            <a:custGeom>
              <a:avLst/>
              <a:gdLst/>
              <a:ahLst/>
              <a:cxnLst/>
              <a:rect l="0" t="0" r="0" b="0"/>
              <a:pathLst>
                <a:path w="417129" h="139400">
                  <a:moveTo>
                    <a:pt x="11909" y="138869"/>
                  </a:moveTo>
                  <a:cubicBezTo>
                    <a:pt x="4196" y="127998"/>
                    <a:pt x="0" y="116297"/>
                    <a:pt x="0" y="104108"/>
                  </a:cubicBezTo>
                  <a:cubicBezTo>
                    <a:pt x="0" y="46611"/>
                    <a:pt x="93379" y="0"/>
                    <a:pt x="208564" y="0"/>
                  </a:cubicBezTo>
                  <a:cubicBezTo>
                    <a:pt x="323750" y="0"/>
                    <a:pt x="417129" y="46611"/>
                    <a:pt x="417129" y="104108"/>
                  </a:cubicBezTo>
                  <a:cubicBezTo>
                    <a:pt x="417129" y="116297"/>
                    <a:pt x="412932" y="127998"/>
                    <a:pt x="405220" y="138869"/>
                  </a:cubicBezTo>
                  <a:moveTo>
                    <a:pt x="405220" y="138869"/>
                  </a:moveTo>
                  <a:cubicBezTo>
                    <a:pt x="386349" y="112270"/>
                    <a:pt x="346435" y="90641"/>
                    <a:pt x="295466" y="78963"/>
                  </a:cubicBezTo>
                  <a:cubicBezTo>
                    <a:pt x="269011" y="72902"/>
                    <a:pt x="239578" y="69523"/>
                    <a:pt x="208564" y="69523"/>
                  </a:cubicBezTo>
                  <a:cubicBezTo>
                    <a:pt x="183102" y="69523"/>
                    <a:pt x="158704" y="71800"/>
                    <a:pt x="136146" y="75970"/>
                  </a:cubicBezTo>
                  <a:cubicBezTo>
                    <a:pt x="78292" y="86664"/>
                    <a:pt x="32532" y="109798"/>
                    <a:pt x="11909" y="138869"/>
                  </a:cubicBezTo>
                  <a:moveTo>
                    <a:pt x="11909" y="138869"/>
                  </a:moveTo>
                  <a:cubicBezTo>
                    <a:pt x="12211" y="139295"/>
                    <a:pt x="11596" y="138445"/>
                    <a:pt x="11909" y="138869"/>
                  </a:cubicBezTo>
                  <a:close/>
                  <a:moveTo>
                    <a:pt x="405220" y="138869"/>
                  </a:moveTo>
                  <a:cubicBezTo>
                    <a:pt x="405613" y="138342"/>
                    <a:pt x="404843" y="139400"/>
                    <a:pt x="405220" y="138869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233092" y="2744602"/>
              <a:ext cx="764737" cy="390406"/>
            </a:xfrm>
            <a:custGeom>
              <a:avLst/>
              <a:gdLst/>
              <a:ahLst/>
              <a:cxnLst/>
              <a:rect l="0" t="0" r="0" b="0"/>
              <a:pathLst>
                <a:path w="764737" h="390406">
                  <a:moveTo>
                    <a:pt x="662576" y="207331"/>
                  </a:moveTo>
                  <a:lnTo>
                    <a:pt x="662576" y="183074"/>
                  </a:lnTo>
                  <a:lnTo>
                    <a:pt x="764737" y="148295"/>
                  </a:lnTo>
                  <a:lnTo>
                    <a:pt x="757490" y="137212"/>
                  </a:lnTo>
                  <a:cubicBezTo>
                    <a:pt x="754717" y="132972"/>
                    <a:pt x="752831" y="130087"/>
                    <a:pt x="747195" y="121472"/>
                  </a:cubicBezTo>
                  <a:lnTo>
                    <a:pt x="623398" y="123172"/>
                  </a:lnTo>
                  <a:cubicBezTo>
                    <a:pt x="615488" y="117760"/>
                    <a:pt x="610914" y="114634"/>
                    <a:pt x="605357" y="110833"/>
                  </a:cubicBezTo>
                  <a:lnTo>
                    <a:pt x="605342" y="110823"/>
                  </a:lnTo>
                  <a:lnTo>
                    <a:pt x="594707" y="103551"/>
                  </a:lnTo>
                  <a:lnTo>
                    <a:pt x="636216" y="45571"/>
                  </a:lnTo>
                  <a:lnTo>
                    <a:pt x="590297" y="28993"/>
                  </a:lnTo>
                  <a:lnTo>
                    <a:pt x="492159" y="66527"/>
                  </a:lnTo>
                  <a:lnTo>
                    <a:pt x="478907" y="64388"/>
                  </a:lnTo>
                  <a:cubicBezTo>
                    <a:pt x="467941" y="62618"/>
                    <a:pt x="460371" y="61396"/>
                    <a:pt x="445739" y="59033"/>
                  </a:cubicBezTo>
                  <a:lnTo>
                    <a:pt x="410744" y="0"/>
                  </a:lnTo>
                  <a:lnTo>
                    <a:pt x="353992" y="0"/>
                  </a:lnTo>
                  <a:lnTo>
                    <a:pt x="318997" y="59033"/>
                  </a:lnTo>
                  <a:lnTo>
                    <a:pt x="305731" y="61175"/>
                  </a:lnTo>
                  <a:cubicBezTo>
                    <a:pt x="294773" y="62943"/>
                    <a:pt x="287203" y="64166"/>
                    <a:pt x="272577" y="66527"/>
                  </a:cubicBezTo>
                  <a:lnTo>
                    <a:pt x="174440" y="28993"/>
                  </a:lnTo>
                  <a:lnTo>
                    <a:pt x="128521" y="45571"/>
                  </a:lnTo>
                  <a:lnTo>
                    <a:pt x="170030" y="103551"/>
                  </a:lnTo>
                  <a:cubicBezTo>
                    <a:pt x="162013" y="109036"/>
                    <a:pt x="157423" y="112174"/>
                    <a:pt x="151763" y="116044"/>
                  </a:cubicBezTo>
                  <a:lnTo>
                    <a:pt x="141338" y="123172"/>
                  </a:lnTo>
                  <a:lnTo>
                    <a:pt x="17541" y="121472"/>
                  </a:lnTo>
                  <a:lnTo>
                    <a:pt x="11141" y="131259"/>
                  </a:lnTo>
                  <a:cubicBezTo>
                    <a:pt x="7857" y="136281"/>
                    <a:pt x="6189" y="138832"/>
                    <a:pt x="0" y="148295"/>
                  </a:cubicBezTo>
                  <a:lnTo>
                    <a:pt x="22553" y="155973"/>
                  </a:lnTo>
                  <a:lnTo>
                    <a:pt x="59100" y="145141"/>
                  </a:lnTo>
                  <a:lnTo>
                    <a:pt x="104553" y="170330"/>
                  </a:lnTo>
                  <a:lnTo>
                    <a:pt x="104553" y="241413"/>
                  </a:lnTo>
                  <a:lnTo>
                    <a:pt x="181473" y="237204"/>
                  </a:lnTo>
                  <a:lnTo>
                    <a:pt x="202284" y="269303"/>
                  </a:lnTo>
                  <a:lnTo>
                    <a:pt x="202284" y="343395"/>
                  </a:lnTo>
                  <a:lnTo>
                    <a:pt x="215816" y="345588"/>
                  </a:lnTo>
                  <a:lnTo>
                    <a:pt x="272577" y="323878"/>
                  </a:lnTo>
                  <a:lnTo>
                    <a:pt x="285566" y="325976"/>
                  </a:lnTo>
                  <a:cubicBezTo>
                    <a:pt x="296676" y="327768"/>
                    <a:pt x="304248" y="328991"/>
                    <a:pt x="318997" y="331373"/>
                  </a:cubicBezTo>
                  <a:lnTo>
                    <a:pt x="353992" y="390406"/>
                  </a:lnTo>
                  <a:lnTo>
                    <a:pt x="410744" y="390406"/>
                  </a:lnTo>
                  <a:lnTo>
                    <a:pt x="445739" y="331373"/>
                  </a:lnTo>
                  <a:lnTo>
                    <a:pt x="458634" y="329292"/>
                  </a:lnTo>
                  <a:cubicBezTo>
                    <a:pt x="469794" y="327490"/>
                    <a:pt x="477368" y="326267"/>
                    <a:pt x="492159" y="323878"/>
                  </a:cubicBezTo>
                  <a:lnTo>
                    <a:pt x="590297" y="361412"/>
                  </a:lnTo>
                  <a:lnTo>
                    <a:pt x="636216" y="344835"/>
                  </a:lnTo>
                  <a:lnTo>
                    <a:pt x="594707" y="286855"/>
                  </a:lnTo>
                  <a:cubicBezTo>
                    <a:pt x="602688" y="281395"/>
                    <a:pt x="607271" y="278261"/>
                    <a:pt x="612896" y="274415"/>
                  </a:cubicBezTo>
                  <a:lnTo>
                    <a:pt x="612902" y="274410"/>
                  </a:lnTo>
                  <a:lnTo>
                    <a:pt x="623398" y="267233"/>
                  </a:lnTo>
                  <a:lnTo>
                    <a:pt x="651253" y="267616"/>
                  </a:lnTo>
                  <a:lnTo>
                    <a:pt x="651253" y="256926"/>
                  </a:lnTo>
                  <a:lnTo>
                    <a:pt x="677566" y="227978"/>
                  </a:lnTo>
                  <a:lnTo>
                    <a:pt x="737649" y="232890"/>
                  </a:lnTo>
                  <a:close/>
                  <a:moveTo>
                    <a:pt x="590933" y="195203"/>
                  </a:moveTo>
                  <a:cubicBezTo>
                    <a:pt x="590933" y="207393"/>
                    <a:pt x="586736" y="219093"/>
                    <a:pt x="579024" y="229964"/>
                  </a:cubicBezTo>
                  <a:cubicBezTo>
                    <a:pt x="550359" y="270369"/>
                    <a:pt x="473133" y="299312"/>
                    <a:pt x="382368" y="299312"/>
                  </a:cubicBezTo>
                  <a:cubicBezTo>
                    <a:pt x="291603" y="299312"/>
                    <a:pt x="214377" y="270369"/>
                    <a:pt x="185712" y="229964"/>
                  </a:cubicBezTo>
                  <a:cubicBezTo>
                    <a:pt x="178000" y="219093"/>
                    <a:pt x="173803" y="207393"/>
                    <a:pt x="173803" y="195203"/>
                  </a:cubicBezTo>
                  <a:cubicBezTo>
                    <a:pt x="173803" y="137707"/>
                    <a:pt x="267182" y="91095"/>
                    <a:pt x="382368" y="91095"/>
                  </a:cubicBezTo>
                  <a:cubicBezTo>
                    <a:pt x="497554" y="91095"/>
                    <a:pt x="590933" y="137707"/>
                    <a:pt x="590933" y="195203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856997" y="2854447"/>
            <a:ext cx="907637" cy="587168"/>
            <a:chOff x="5856997" y="2854447"/>
            <a:chExt cx="907637" cy="587168"/>
          </a:xfrm>
        </p:grpSpPr>
        <p:sp>
          <p:nvSpPr>
            <p:cNvPr id="50" name="Rounded Rectangle 49"/>
            <p:cNvSpPr/>
            <p:nvPr/>
          </p:nvSpPr>
          <p:spPr>
            <a:xfrm>
              <a:off x="5856997" y="3097106"/>
              <a:ext cx="907637" cy="344509"/>
            </a:xfrm>
            <a:custGeom>
              <a:avLst/>
              <a:gdLst/>
              <a:ahLst/>
              <a:cxnLst/>
              <a:rect l="0" t="0" r="0" b="0"/>
              <a:pathLst>
                <a:path w="907637" h="344509">
                  <a:moveTo>
                    <a:pt x="90325" y="259270"/>
                  </a:moveTo>
                  <a:cubicBezTo>
                    <a:pt x="108070" y="269462"/>
                    <a:pt x="109975" y="270557"/>
                    <a:pt x="121558" y="277206"/>
                  </a:cubicBezTo>
                  <a:lnTo>
                    <a:pt x="131997" y="283197"/>
                  </a:lnTo>
                  <a:lnTo>
                    <a:pt x="131997" y="144151"/>
                  </a:lnTo>
                  <a:lnTo>
                    <a:pt x="121558" y="138160"/>
                  </a:lnTo>
                  <a:cubicBezTo>
                    <a:pt x="109975" y="131511"/>
                    <a:pt x="108070" y="130416"/>
                    <a:pt x="90325" y="120234"/>
                  </a:cubicBezTo>
                  <a:lnTo>
                    <a:pt x="90325" y="259270"/>
                  </a:lnTo>
                  <a:moveTo>
                    <a:pt x="551830" y="344395"/>
                  </a:moveTo>
                  <a:lnTo>
                    <a:pt x="582291" y="339909"/>
                  </a:lnTo>
                  <a:lnTo>
                    <a:pt x="612762" y="335432"/>
                  </a:lnTo>
                  <a:lnTo>
                    <a:pt x="612762" y="196386"/>
                  </a:lnTo>
                  <a:lnTo>
                    <a:pt x="582291" y="200872"/>
                  </a:lnTo>
                  <a:lnTo>
                    <a:pt x="551830" y="205349"/>
                  </a:lnTo>
                  <a:lnTo>
                    <a:pt x="551830" y="344395"/>
                  </a:lnTo>
                  <a:moveTo>
                    <a:pt x="776497" y="282806"/>
                  </a:moveTo>
                  <a:lnTo>
                    <a:pt x="818026" y="258841"/>
                  </a:lnTo>
                  <a:lnTo>
                    <a:pt x="818026" y="119834"/>
                  </a:lnTo>
                  <a:lnTo>
                    <a:pt x="776497" y="143760"/>
                  </a:lnTo>
                  <a:lnTo>
                    <a:pt x="776497" y="282806"/>
                  </a:lnTo>
                  <a:moveTo>
                    <a:pt x="898693" y="170411"/>
                  </a:moveTo>
                  <a:lnTo>
                    <a:pt x="907637" y="139045"/>
                  </a:lnTo>
                  <a:lnTo>
                    <a:pt x="907637" y="0"/>
                  </a:lnTo>
                  <a:lnTo>
                    <a:pt x="898693" y="31365"/>
                  </a:lnTo>
                  <a:lnTo>
                    <a:pt x="898693" y="170411"/>
                  </a:lnTo>
                  <a:moveTo>
                    <a:pt x="0" y="139588"/>
                  </a:moveTo>
                  <a:cubicBezTo>
                    <a:pt x="2419" y="147875"/>
                    <a:pt x="3495" y="151571"/>
                    <a:pt x="4572" y="155267"/>
                  </a:cubicBezTo>
                  <a:cubicBezTo>
                    <a:pt x="5648" y="158981"/>
                    <a:pt x="6724" y="162686"/>
                    <a:pt x="9134" y="170945"/>
                  </a:cubicBezTo>
                  <a:lnTo>
                    <a:pt x="9134" y="31908"/>
                  </a:lnTo>
                  <a:cubicBezTo>
                    <a:pt x="6715" y="23622"/>
                    <a:pt x="5648" y="19926"/>
                    <a:pt x="4572" y="16230"/>
                  </a:cubicBezTo>
                  <a:cubicBezTo>
                    <a:pt x="3486" y="12525"/>
                    <a:pt x="2409" y="8829"/>
                    <a:pt x="0" y="552"/>
                  </a:cubicBezTo>
                  <a:lnTo>
                    <a:pt x="0" y="139588"/>
                  </a:lnTo>
                  <a:moveTo>
                    <a:pt x="296046" y="335622"/>
                  </a:moveTo>
                  <a:lnTo>
                    <a:pt x="311448" y="337861"/>
                  </a:lnTo>
                  <a:cubicBezTo>
                    <a:pt x="328317" y="340328"/>
                    <a:pt x="331289" y="340756"/>
                    <a:pt x="357025" y="344509"/>
                  </a:cubicBezTo>
                  <a:lnTo>
                    <a:pt x="357025" y="205463"/>
                  </a:lnTo>
                  <a:cubicBezTo>
                    <a:pt x="331289" y="201710"/>
                    <a:pt x="328317" y="201282"/>
                    <a:pt x="311772" y="198872"/>
                  </a:cubicBezTo>
                  <a:lnTo>
                    <a:pt x="296046" y="196576"/>
                  </a:lnTo>
                  <a:lnTo>
                    <a:pt x="296046" y="335622"/>
                  </a:lnTo>
                  <a:moveTo>
                    <a:pt x="551830" y="205349"/>
                  </a:moveTo>
                  <a:cubicBezTo>
                    <a:pt x="567928" y="202977"/>
                    <a:pt x="575109" y="201929"/>
                    <a:pt x="582291" y="200872"/>
                  </a:cubicBezTo>
                  <a:cubicBezTo>
                    <a:pt x="589473" y="199815"/>
                    <a:pt x="596655" y="198758"/>
                    <a:pt x="612762" y="196386"/>
                  </a:cubicBezTo>
                  <a:lnTo>
                    <a:pt x="612762" y="192252"/>
                  </a:lnTo>
                  <a:lnTo>
                    <a:pt x="551830" y="205349"/>
                  </a:ln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108380" y="3212187"/>
              <a:ext cx="405498" cy="172983"/>
            </a:xfrm>
            <a:custGeom>
              <a:avLst/>
              <a:gdLst/>
              <a:ahLst/>
              <a:cxnLst/>
              <a:rect l="0" t="0" r="0" b="0"/>
              <a:pathLst>
                <a:path w="405498" h="172983">
                  <a:moveTo>
                    <a:pt x="0" y="139284"/>
                  </a:moveTo>
                  <a:lnTo>
                    <a:pt x="44634" y="153552"/>
                  </a:lnTo>
                  <a:lnTo>
                    <a:pt x="44634" y="73171"/>
                  </a:lnTo>
                  <a:lnTo>
                    <a:pt x="47243" y="15344"/>
                  </a:lnTo>
                  <a:lnTo>
                    <a:pt x="0" y="247"/>
                  </a:lnTo>
                  <a:lnTo>
                    <a:pt x="0" y="139284"/>
                  </a:lnTo>
                  <a:moveTo>
                    <a:pt x="174793" y="172983"/>
                  </a:moveTo>
                  <a:lnTo>
                    <a:pt x="230905" y="172983"/>
                  </a:lnTo>
                  <a:lnTo>
                    <a:pt x="230905" y="33899"/>
                  </a:lnTo>
                  <a:lnTo>
                    <a:pt x="174793" y="33899"/>
                  </a:lnTo>
                  <a:lnTo>
                    <a:pt x="174793" y="172983"/>
                  </a:lnTo>
                  <a:moveTo>
                    <a:pt x="381895" y="146627"/>
                  </a:moveTo>
                  <a:cubicBezTo>
                    <a:pt x="388534" y="144494"/>
                    <a:pt x="395163" y="142370"/>
                    <a:pt x="405498" y="139045"/>
                  </a:cubicBezTo>
                  <a:lnTo>
                    <a:pt x="405498" y="0"/>
                  </a:lnTo>
                  <a:cubicBezTo>
                    <a:pt x="395430" y="3238"/>
                    <a:pt x="388877" y="5343"/>
                    <a:pt x="382409" y="7419"/>
                  </a:cubicBezTo>
                  <a:cubicBezTo>
                    <a:pt x="375275" y="9715"/>
                    <a:pt x="368655" y="11839"/>
                    <a:pt x="358340" y="15154"/>
                  </a:cubicBezTo>
                  <a:lnTo>
                    <a:pt x="361159" y="77171"/>
                  </a:lnTo>
                  <a:lnTo>
                    <a:pt x="361159" y="153228"/>
                  </a:lnTo>
                  <a:lnTo>
                    <a:pt x="381895" y="146627"/>
                  </a:lnTo>
                  <a:moveTo>
                    <a:pt x="382409" y="7419"/>
                  </a:moveTo>
                  <a:cubicBezTo>
                    <a:pt x="382362" y="7439"/>
                    <a:pt x="382304" y="7458"/>
                    <a:pt x="382247" y="7477"/>
                  </a:cubicBezTo>
                  <a:cubicBezTo>
                    <a:pt x="382133" y="7515"/>
                    <a:pt x="382019" y="7543"/>
                    <a:pt x="381895" y="7591"/>
                  </a:cubicBez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5866112" y="2898805"/>
              <a:ext cx="889558" cy="542810"/>
            </a:xfrm>
            <a:custGeom>
              <a:avLst/>
              <a:gdLst/>
              <a:ahLst/>
              <a:cxnLst/>
              <a:rect l="0" t="0" r="0" b="0"/>
              <a:pathLst>
                <a:path w="889558" h="542810">
                  <a:moveTo>
                    <a:pt x="212226" y="63379"/>
                  </a:moveTo>
                  <a:lnTo>
                    <a:pt x="171973" y="323"/>
                  </a:lnTo>
                  <a:lnTo>
                    <a:pt x="171973" y="84258"/>
                  </a:lnTo>
                  <a:lnTo>
                    <a:pt x="175545" y="84258"/>
                  </a:lnTo>
                  <a:cubicBezTo>
                    <a:pt x="188261" y="77209"/>
                    <a:pt x="193767" y="74037"/>
                    <a:pt x="203482" y="68427"/>
                  </a:cubicBezTo>
                  <a:lnTo>
                    <a:pt x="212226" y="63379"/>
                  </a:lnTo>
                  <a:moveTo>
                    <a:pt x="772963" y="159696"/>
                  </a:moveTo>
                  <a:cubicBezTo>
                    <a:pt x="773972" y="163163"/>
                    <a:pt x="775039" y="166820"/>
                    <a:pt x="776601" y="172173"/>
                  </a:cubicBezTo>
                  <a:lnTo>
                    <a:pt x="870489" y="192300"/>
                  </a:lnTo>
                  <a:lnTo>
                    <a:pt x="870489" y="102155"/>
                  </a:lnTo>
                  <a:lnTo>
                    <a:pt x="768534" y="144475"/>
                  </a:lnTo>
                  <a:cubicBezTo>
                    <a:pt x="770505" y="151247"/>
                    <a:pt x="771686" y="155314"/>
                    <a:pt x="772963" y="159696"/>
                  </a:cubicBezTo>
                  <a:moveTo>
                    <a:pt x="676332" y="63103"/>
                  </a:moveTo>
                  <a:lnTo>
                    <a:pt x="713146" y="84229"/>
                  </a:lnTo>
                  <a:lnTo>
                    <a:pt x="716213" y="84229"/>
                  </a:lnTo>
                  <a:lnTo>
                    <a:pt x="716213" y="0"/>
                  </a:lnTo>
                  <a:lnTo>
                    <a:pt x="676332" y="63103"/>
                  </a:lnTo>
                  <a:moveTo>
                    <a:pt x="122872" y="481498"/>
                  </a:moveTo>
                  <a:lnTo>
                    <a:pt x="242277" y="452666"/>
                  </a:lnTo>
                  <a:lnTo>
                    <a:pt x="242277" y="313629"/>
                  </a:lnTo>
                  <a:lnTo>
                    <a:pt x="122872" y="342452"/>
                  </a:lnTo>
                  <a:lnTo>
                    <a:pt x="122872" y="481498"/>
                  </a:lnTo>
                  <a:moveTo>
                    <a:pt x="146456" y="254174"/>
                  </a:moveTo>
                  <a:cubicBezTo>
                    <a:pt x="141951" y="249278"/>
                    <a:pt x="138398" y="245411"/>
                    <a:pt x="131721" y="238153"/>
                  </a:cubicBezTo>
                  <a:lnTo>
                    <a:pt x="18316" y="231314"/>
                  </a:lnTo>
                  <a:lnTo>
                    <a:pt x="0" y="230209"/>
                  </a:lnTo>
                  <a:lnTo>
                    <a:pt x="0" y="369246"/>
                  </a:lnTo>
                  <a:lnTo>
                    <a:pt x="81191" y="374151"/>
                  </a:lnTo>
                  <a:lnTo>
                    <a:pt x="81191" y="318535"/>
                  </a:lnTo>
                  <a:lnTo>
                    <a:pt x="118576" y="290750"/>
                  </a:lnTo>
                  <a:lnTo>
                    <a:pt x="155105" y="263594"/>
                  </a:lnTo>
                  <a:lnTo>
                    <a:pt x="146475" y="254193"/>
                  </a:lnTo>
                  <a:moveTo>
                    <a:pt x="347891" y="542810"/>
                  </a:moveTo>
                  <a:lnTo>
                    <a:pt x="417071" y="486356"/>
                  </a:lnTo>
                  <a:lnTo>
                    <a:pt x="417071" y="347319"/>
                  </a:lnTo>
                  <a:lnTo>
                    <a:pt x="347891" y="403764"/>
                  </a:lnTo>
                  <a:lnTo>
                    <a:pt x="347891" y="542810"/>
                  </a:lnTo>
                  <a:moveTo>
                    <a:pt x="473182" y="486327"/>
                  </a:moveTo>
                  <a:lnTo>
                    <a:pt x="542696" y="542696"/>
                  </a:lnTo>
                  <a:lnTo>
                    <a:pt x="542696" y="403650"/>
                  </a:lnTo>
                  <a:lnTo>
                    <a:pt x="473182" y="347281"/>
                  </a:lnTo>
                  <a:lnTo>
                    <a:pt x="473182" y="486327"/>
                  </a:lnTo>
                  <a:moveTo>
                    <a:pt x="647785" y="452427"/>
                  </a:moveTo>
                  <a:lnTo>
                    <a:pt x="767362" y="481107"/>
                  </a:lnTo>
                  <a:lnTo>
                    <a:pt x="767362" y="342061"/>
                  </a:lnTo>
                  <a:lnTo>
                    <a:pt x="647785" y="313382"/>
                  </a:lnTo>
                  <a:lnTo>
                    <a:pt x="647785" y="452427"/>
                  </a:lnTo>
                  <a:moveTo>
                    <a:pt x="747702" y="248935"/>
                  </a:moveTo>
                  <a:cubicBezTo>
                    <a:pt x="743921" y="253088"/>
                    <a:pt x="740483" y="256851"/>
                    <a:pt x="734653" y="263242"/>
                  </a:cubicBezTo>
                  <a:lnTo>
                    <a:pt x="770296" y="289579"/>
                  </a:lnTo>
                  <a:lnTo>
                    <a:pt x="808891" y="318096"/>
                  </a:lnTo>
                  <a:lnTo>
                    <a:pt x="808891" y="373675"/>
                  </a:lnTo>
                  <a:lnTo>
                    <a:pt x="889558" y="368712"/>
                  </a:lnTo>
                  <a:lnTo>
                    <a:pt x="889558" y="229666"/>
                  </a:lnTo>
                  <a:lnTo>
                    <a:pt x="861479" y="231400"/>
                  </a:lnTo>
                  <a:lnTo>
                    <a:pt x="757885" y="237772"/>
                  </a:lnTo>
                  <a:lnTo>
                    <a:pt x="747702" y="248935"/>
                  </a:lnTo>
                  <a:moveTo>
                    <a:pt x="116576" y="158715"/>
                  </a:moveTo>
                  <a:cubicBezTo>
                    <a:pt x="117681" y="154819"/>
                    <a:pt x="118795" y="150933"/>
                    <a:pt x="120529" y="144865"/>
                  </a:cubicBezTo>
                  <a:lnTo>
                    <a:pt x="44624" y="113528"/>
                  </a:lnTo>
                  <a:lnTo>
                    <a:pt x="18316" y="102660"/>
                  </a:lnTo>
                  <a:lnTo>
                    <a:pt x="18316" y="192928"/>
                  </a:lnTo>
                  <a:lnTo>
                    <a:pt x="44624" y="187242"/>
                  </a:lnTo>
                  <a:lnTo>
                    <a:pt x="112623" y="172573"/>
                  </a:lnTo>
                  <a:cubicBezTo>
                    <a:pt x="114338" y="166544"/>
                    <a:pt x="115443" y="162667"/>
                    <a:pt x="116547" y="158800"/>
                  </a:cubicBezTo>
                  <a:moveTo>
                    <a:pt x="448798" y="77552"/>
                  </a:moveTo>
                  <a:cubicBezTo>
                    <a:pt x="333613" y="77552"/>
                    <a:pt x="240230" y="124158"/>
                    <a:pt x="240230" y="181660"/>
                  </a:cubicBezTo>
                  <a:cubicBezTo>
                    <a:pt x="240230" y="208378"/>
                    <a:pt x="260394" y="232743"/>
                    <a:pt x="293541" y="251183"/>
                  </a:cubicBezTo>
                  <a:cubicBezTo>
                    <a:pt x="331727" y="229952"/>
                    <a:pt x="387134" y="216588"/>
                    <a:pt x="448798" y="216588"/>
                  </a:cubicBezTo>
                  <a:cubicBezTo>
                    <a:pt x="510454" y="216588"/>
                    <a:pt x="565861" y="229952"/>
                    <a:pt x="604037" y="251183"/>
                  </a:cubicBezTo>
                  <a:cubicBezTo>
                    <a:pt x="637193" y="232743"/>
                    <a:pt x="657358" y="208378"/>
                    <a:pt x="657358" y="181660"/>
                  </a:cubicBezTo>
                  <a:cubicBezTo>
                    <a:pt x="657358" y="124158"/>
                    <a:pt x="563975" y="77552"/>
                    <a:pt x="448798" y="77552"/>
                  </a:cubicBezTo>
                  <a:moveTo>
                    <a:pt x="747702" y="248935"/>
                  </a:moveTo>
                  <a:lnTo>
                    <a:pt x="757885" y="237772"/>
                  </a:lnTo>
                  <a:cubicBezTo>
                    <a:pt x="753541" y="242535"/>
                    <a:pt x="750531" y="245840"/>
                    <a:pt x="747702" y="248935"/>
                  </a:cubicBez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5856997" y="2854447"/>
              <a:ext cx="907637" cy="448122"/>
            </a:xfrm>
            <a:custGeom>
              <a:avLst/>
              <a:gdLst/>
              <a:ahLst/>
              <a:cxnLst/>
              <a:rect l="0" t="0" r="0" b="0"/>
              <a:pathLst>
                <a:path w="907637" h="448122">
                  <a:moveTo>
                    <a:pt x="461086" y="9"/>
                  </a:moveTo>
                  <a:cubicBezTo>
                    <a:pt x="449599" y="19"/>
                    <a:pt x="443836" y="28"/>
                    <a:pt x="421328" y="38"/>
                  </a:cubicBezTo>
                  <a:lnTo>
                    <a:pt x="386848" y="63922"/>
                  </a:lnTo>
                  <a:cubicBezTo>
                    <a:pt x="375056" y="65665"/>
                    <a:pt x="367484" y="66770"/>
                    <a:pt x="359911" y="67884"/>
                  </a:cubicBezTo>
                  <a:cubicBezTo>
                    <a:pt x="352358" y="68999"/>
                    <a:pt x="344805" y="70113"/>
                    <a:pt x="333032" y="71837"/>
                  </a:cubicBezTo>
                  <a:lnTo>
                    <a:pt x="234495" y="27517"/>
                  </a:lnTo>
                  <a:cubicBezTo>
                    <a:pt x="225428" y="30432"/>
                    <a:pt x="219589" y="32318"/>
                    <a:pt x="214903" y="33823"/>
                  </a:cubicBezTo>
                  <a:cubicBezTo>
                    <a:pt x="205006" y="37004"/>
                    <a:pt x="200263" y="38528"/>
                    <a:pt x="181098" y="44681"/>
                  </a:cubicBezTo>
                  <a:lnTo>
                    <a:pt x="221351" y="107737"/>
                  </a:lnTo>
                  <a:lnTo>
                    <a:pt x="212607" y="112785"/>
                  </a:lnTo>
                  <a:cubicBezTo>
                    <a:pt x="202901" y="118395"/>
                    <a:pt x="197396" y="121567"/>
                    <a:pt x="184680" y="128911"/>
                  </a:cubicBezTo>
                  <a:lnTo>
                    <a:pt x="181098" y="128911"/>
                  </a:lnTo>
                  <a:lnTo>
                    <a:pt x="53749" y="118186"/>
                  </a:lnTo>
                  <a:cubicBezTo>
                    <a:pt x="46796" y="125806"/>
                    <a:pt x="43700" y="129206"/>
                    <a:pt x="40595" y="132607"/>
                  </a:cubicBezTo>
                  <a:cubicBezTo>
                    <a:pt x="37499" y="136007"/>
                    <a:pt x="34394" y="139407"/>
                    <a:pt x="27441" y="147018"/>
                  </a:cubicBezTo>
                  <a:lnTo>
                    <a:pt x="53749" y="157886"/>
                  </a:lnTo>
                  <a:lnTo>
                    <a:pt x="129654" y="189223"/>
                  </a:lnTo>
                  <a:cubicBezTo>
                    <a:pt x="127930" y="195291"/>
                    <a:pt x="126815" y="199186"/>
                    <a:pt x="125701" y="203072"/>
                  </a:cubicBezTo>
                  <a:cubicBezTo>
                    <a:pt x="125691" y="203101"/>
                    <a:pt x="125691" y="203130"/>
                    <a:pt x="125682" y="203158"/>
                  </a:cubicBezTo>
                  <a:cubicBezTo>
                    <a:pt x="124577" y="207025"/>
                    <a:pt x="123472" y="210902"/>
                    <a:pt x="121748" y="216931"/>
                  </a:cubicBezTo>
                  <a:lnTo>
                    <a:pt x="53749" y="231609"/>
                  </a:lnTo>
                  <a:lnTo>
                    <a:pt x="27441" y="237286"/>
                  </a:lnTo>
                  <a:lnTo>
                    <a:pt x="0" y="243211"/>
                  </a:lnTo>
                  <a:cubicBezTo>
                    <a:pt x="2409" y="251488"/>
                    <a:pt x="3486" y="255184"/>
                    <a:pt x="4562" y="258870"/>
                  </a:cubicBezTo>
                  <a:cubicBezTo>
                    <a:pt x="5648" y="262585"/>
                    <a:pt x="6715" y="266280"/>
                    <a:pt x="9134" y="274567"/>
                  </a:cubicBezTo>
                  <a:lnTo>
                    <a:pt x="27441" y="275672"/>
                  </a:lnTo>
                  <a:lnTo>
                    <a:pt x="140855" y="282511"/>
                  </a:lnTo>
                  <a:cubicBezTo>
                    <a:pt x="147523" y="289769"/>
                    <a:pt x="151085" y="293636"/>
                    <a:pt x="155581" y="298532"/>
                  </a:cubicBezTo>
                  <a:cubicBezTo>
                    <a:pt x="158010" y="301170"/>
                    <a:pt x="160677" y="304076"/>
                    <a:pt x="164239" y="307952"/>
                  </a:cubicBezTo>
                  <a:lnTo>
                    <a:pt x="127701" y="335108"/>
                  </a:lnTo>
                  <a:lnTo>
                    <a:pt x="90582" y="362702"/>
                  </a:lnTo>
                  <a:cubicBezTo>
                    <a:pt x="108070" y="373075"/>
                    <a:pt x="109975" y="374170"/>
                    <a:pt x="121558" y="380819"/>
                  </a:cubicBezTo>
                  <a:cubicBezTo>
                    <a:pt x="124358" y="382428"/>
                    <a:pt x="127720" y="384352"/>
                    <a:pt x="131997" y="386810"/>
                  </a:cubicBezTo>
                  <a:lnTo>
                    <a:pt x="251412" y="357987"/>
                  </a:lnTo>
                  <a:lnTo>
                    <a:pt x="298656" y="373084"/>
                  </a:lnTo>
                  <a:lnTo>
                    <a:pt x="296370" y="430911"/>
                  </a:lnTo>
                  <a:lnTo>
                    <a:pt x="296370" y="439235"/>
                  </a:lnTo>
                  <a:cubicBezTo>
                    <a:pt x="302380" y="440159"/>
                    <a:pt x="307333" y="440883"/>
                    <a:pt x="311448" y="441483"/>
                  </a:cubicBezTo>
                  <a:cubicBezTo>
                    <a:pt x="311553" y="441493"/>
                    <a:pt x="311667" y="441512"/>
                    <a:pt x="311772" y="441531"/>
                  </a:cubicBezTo>
                  <a:cubicBezTo>
                    <a:pt x="328317" y="443941"/>
                    <a:pt x="331289" y="444369"/>
                    <a:pt x="357025" y="448122"/>
                  </a:cubicBezTo>
                  <a:lnTo>
                    <a:pt x="426205" y="391677"/>
                  </a:lnTo>
                  <a:lnTo>
                    <a:pt x="482317" y="391677"/>
                  </a:lnTo>
                  <a:lnTo>
                    <a:pt x="551830" y="448008"/>
                  </a:lnTo>
                  <a:cubicBezTo>
                    <a:pt x="567928" y="445636"/>
                    <a:pt x="575109" y="444588"/>
                    <a:pt x="582291" y="443531"/>
                  </a:cubicBezTo>
                  <a:cubicBezTo>
                    <a:pt x="589473" y="442474"/>
                    <a:pt x="596655" y="441417"/>
                    <a:pt x="612762" y="439045"/>
                  </a:cubicBezTo>
                  <a:lnTo>
                    <a:pt x="612762" y="434911"/>
                  </a:lnTo>
                  <a:lnTo>
                    <a:pt x="609752" y="372894"/>
                  </a:lnTo>
                  <a:cubicBezTo>
                    <a:pt x="620058" y="369579"/>
                    <a:pt x="626687" y="367455"/>
                    <a:pt x="633307" y="365321"/>
                  </a:cubicBezTo>
                  <a:cubicBezTo>
                    <a:pt x="633422" y="365293"/>
                    <a:pt x="633545" y="365255"/>
                    <a:pt x="633660" y="365217"/>
                  </a:cubicBezTo>
                  <a:cubicBezTo>
                    <a:pt x="633717" y="365198"/>
                    <a:pt x="633764" y="365178"/>
                    <a:pt x="633822" y="365159"/>
                  </a:cubicBezTo>
                  <a:cubicBezTo>
                    <a:pt x="640289" y="363083"/>
                    <a:pt x="646842" y="360978"/>
                    <a:pt x="656910" y="357739"/>
                  </a:cubicBezTo>
                  <a:lnTo>
                    <a:pt x="776497" y="386419"/>
                  </a:lnTo>
                  <a:lnTo>
                    <a:pt x="818026" y="362454"/>
                  </a:lnTo>
                  <a:lnTo>
                    <a:pt x="779421" y="333936"/>
                  </a:lnTo>
                  <a:lnTo>
                    <a:pt x="743778" y="307600"/>
                  </a:lnTo>
                  <a:cubicBezTo>
                    <a:pt x="749607" y="301209"/>
                    <a:pt x="753046" y="297446"/>
                    <a:pt x="756837" y="293293"/>
                  </a:cubicBezTo>
                  <a:cubicBezTo>
                    <a:pt x="759656" y="290198"/>
                    <a:pt x="762676" y="286893"/>
                    <a:pt x="767019" y="282130"/>
                  </a:cubicBezTo>
                  <a:lnTo>
                    <a:pt x="870613" y="275758"/>
                  </a:lnTo>
                  <a:lnTo>
                    <a:pt x="898693" y="274024"/>
                  </a:lnTo>
                  <a:lnTo>
                    <a:pt x="907637" y="242658"/>
                  </a:lnTo>
                  <a:lnTo>
                    <a:pt x="879614" y="236658"/>
                  </a:lnTo>
                  <a:lnTo>
                    <a:pt x="785726" y="216531"/>
                  </a:lnTo>
                  <a:cubicBezTo>
                    <a:pt x="784174" y="211178"/>
                    <a:pt x="783107" y="207521"/>
                    <a:pt x="782097" y="204054"/>
                  </a:cubicBezTo>
                  <a:cubicBezTo>
                    <a:pt x="780821" y="199672"/>
                    <a:pt x="779630" y="195614"/>
                    <a:pt x="777659" y="188833"/>
                  </a:cubicBezTo>
                  <a:lnTo>
                    <a:pt x="879614" y="146513"/>
                  </a:lnTo>
                  <a:cubicBezTo>
                    <a:pt x="872623" y="138903"/>
                    <a:pt x="869499" y="135502"/>
                    <a:pt x="866374" y="132111"/>
                  </a:cubicBezTo>
                  <a:cubicBezTo>
                    <a:pt x="863260" y="128711"/>
                    <a:pt x="860136" y="125320"/>
                    <a:pt x="853135" y="117709"/>
                  </a:cubicBezTo>
                  <a:lnTo>
                    <a:pt x="725338" y="128330"/>
                  </a:lnTo>
                  <a:lnTo>
                    <a:pt x="722271" y="128330"/>
                  </a:lnTo>
                  <a:lnTo>
                    <a:pt x="685466" y="107461"/>
                  </a:lnTo>
                  <a:lnTo>
                    <a:pt x="725338" y="44357"/>
                  </a:lnTo>
                  <a:lnTo>
                    <a:pt x="712955" y="40395"/>
                  </a:lnTo>
                  <a:cubicBezTo>
                    <a:pt x="697163" y="35356"/>
                    <a:pt x="695124" y="34699"/>
                    <a:pt x="671845" y="27260"/>
                  </a:cubicBezTo>
                  <a:lnTo>
                    <a:pt x="573566" y="71704"/>
                  </a:lnTo>
                  <a:cubicBezTo>
                    <a:pt x="550268" y="68303"/>
                    <a:pt x="543448" y="67303"/>
                    <a:pt x="520560" y="63969"/>
                  </a:cubicBezTo>
                  <a:lnTo>
                    <a:pt x="519703" y="63969"/>
                  </a:lnTo>
                  <a:lnTo>
                    <a:pt x="484832" y="0"/>
                  </a:lnTo>
                  <a:lnTo>
                    <a:pt x="461086" y="0"/>
                  </a:lnTo>
                  <a:moveTo>
                    <a:pt x="457923" y="330126"/>
                  </a:moveTo>
                  <a:cubicBezTo>
                    <a:pt x="396268" y="330126"/>
                    <a:pt x="340861" y="316772"/>
                    <a:pt x="302675" y="295541"/>
                  </a:cubicBezTo>
                  <a:cubicBezTo>
                    <a:pt x="269528" y="277101"/>
                    <a:pt x="249364" y="252736"/>
                    <a:pt x="249364" y="226018"/>
                  </a:cubicBezTo>
                  <a:cubicBezTo>
                    <a:pt x="249364" y="168525"/>
                    <a:pt x="342738" y="121910"/>
                    <a:pt x="457923" y="121910"/>
                  </a:cubicBezTo>
                  <a:cubicBezTo>
                    <a:pt x="573109" y="121910"/>
                    <a:pt x="666492" y="168525"/>
                    <a:pt x="666492" y="226018"/>
                  </a:cubicBezTo>
                  <a:cubicBezTo>
                    <a:pt x="666492" y="252736"/>
                    <a:pt x="646318" y="277101"/>
                    <a:pt x="613171" y="295541"/>
                  </a:cubicBezTo>
                  <a:cubicBezTo>
                    <a:pt x="574986" y="316772"/>
                    <a:pt x="519579" y="330126"/>
                    <a:pt x="457923" y="330126"/>
                  </a:cubicBezTo>
                  <a:moveTo>
                    <a:pt x="756837" y="293293"/>
                  </a:moveTo>
                  <a:lnTo>
                    <a:pt x="767019" y="282130"/>
                  </a:lnTo>
                  <a:lnTo>
                    <a:pt x="756837" y="293293"/>
                  </a:ln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5856996" y="2854446"/>
            <a:ext cx="907634" cy="587170"/>
            <a:chOff x="5856996" y="2854446"/>
            <a:chExt cx="907634" cy="587170"/>
          </a:xfrm>
        </p:grpSpPr>
        <p:sp>
          <p:nvSpPr>
            <p:cNvPr id="55" name="Rounded Rectangle 54"/>
            <p:cNvSpPr/>
            <p:nvPr/>
          </p:nvSpPr>
          <p:spPr>
            <a:xfrm>
              <a:off x="5856996" y="3097110"/>
              <a:ext cx="907634" cy="344506"/>
            </a:xfrm>
            <a:custGeom>
              <a:avLst/>
              <a:gdLst/>
              <a:ahLst/>
              <a:cxnLst/>
              <a:rect l="0" t="0" r="0" b="0"/>
              <a:pathLst>
                <a:path w="907634" h="344506">
                  <a:moveTo>
                    <a:pt x="90325" y="259270"/>
                  </a:moveTo>
                  <a:cubicBezTo>
                    <a:pt x="108068" y="269456"/>
                    <a:pt x="109976" y="270551"/>
                    <a:pt x="121559" y="277199"/>
                  </a:cubicBezTo>
                  <a:lnTo>
                    <a:pt x="132000" y="283191"/>
                  </a:lnTo>
                  <a:lnTo>
                    <a:pt x="132000" y="144148"/>
                  </a:lnTo>
                  <a:lnTo>
                    <a:pt x="121559" y="138156"/>
                  </a:lnTo>
                  <a:cubicBezTo>
                    <a:pt x="109976" y="131508"/>
                    <a:pt x="108068" y="130413"/>
                    <a:pt x="90325" y="120227"/>
                  </a:cubicBezTo>
                  <a:lnTo>
                    <a:pt x="90325" y="175844"/>
                  </a:lnTo>
                  <a:close/>
                  <a:moveTo>
                    <a:pt x="551832" y="344388"/>
                  </a:moveTo>
                  <a:lnTo>
                    <a:pt x="582295" y="339909"/>
                  </a:lnTo>
                  <a:lnTo>
                    <a:pt x="612760" y="335427"/>
                  </a:lnTo>
                  <a:lnTo>
                    <a:pt x="612760" y="268310"/>
                  </a:lnTo>
                  <a:lnTo>
                    <a:pt x="612760" y="196384"/>
                  </a:lnTo>
                  <a:lnTo>
                    <a:pt x="582295" y="200866"/>
                  </a:lnTo>
                  <a:lnTo>
                    <a:pt x="551832" y="205345"/>
                  </a:lnTo>
                  <a:close/>
                  <a:moveTo>
                    <a:pt x="776493" y="282804"/>
                  </a:moveTo>
                  <a:lnTo>
                    <a:pt x="818025" y="258834"/>
                  </a:lnTo>
                  <a:lnTo>
                    <a:pt x="818025" y="175375"/>
                  </a:lnTo>
                  <a:lnTo>
                    <a:pt x="818025" y="119833"/>
                  </a:lnTo>
                  <a:lnTo>
                    <a:pt x="818025" y="119791"/>
                  </a:lnTo>
                  <a:lnTo>
                    <a:pt x="776493" y="143761"/>
                  </a:lnTo>
                  <a:close/>
                  <a:moveTo>
                    <a:pt x="898689" y="170408"/>
                  </a:moveTo>
                  <a:lnTo>
                    <a:pt x="907634" y="139043"/>
                  </a:lnTo>
                  <a:lnTo>
                    <a:pt x="907634" y="0"/>
                  </a:lnTo>
                  <a:lnTo>
                    <a:pt x="898689" y="31365"/>
                  </a:lnTo>
                  <a:lnTo>
                    <a:pt x="898689" y="137125"/>
                  </a:lnTo>
                  <a:close/>
                  <a:moveTo>
                    <a:pt x="0" y="139588"/>
                  </a:moveTo>
                  <a:cubicBezTo>
                    <a:pt x="2415" y="147874"/>
                    <a:pt x="3491" y="151570"/>
                    <a:pt x="4567" y="155267"/>
                  </a:cubicBezTo>
                  <a:lnTo>
                    <a:pt x="4575" y="155294"/>
                  </a:lnTo>
                  <a:cubicBezTo>
                    <a:pt x="5648" y="158981"/>
                    <a:pt x="6726" y="162679"/>
                    <a:pt x="9135" y="170944"/>
                  </a:cubicBezTo>
                  <a:lnTo>
                    <a:pt x="9135" y="137616"/>
                  </a:lnTo>
                  <a:lnTo>
                    <a:pt x="9135" y="31901"/>
                  </a:lnTo>
                  <a:cubicBezTo>
                    <a:pt x="6719" y="23615"/>
                    <a:pt x="5643" y="19919"/>
                    <a:pt x="4567" y="16224"/>
                  </a:cubicBezTo>
                  <a:lnTo>
                    <a:pt x="4564" y="16212"/>
                  </a:lnTo>
                  <a:cubicBezTo>
                    <a:pt x="3489" y="12520"/>
                    <a:pt x="2413" y="8823"/>
                    <a:pt x="0" y="545"/>
                  </a:cubicBezTo>
                  <a:close/>
                  <a:moveTo>
                    <a:pt x="296042" y="335617"/>
                  </a:moveTo>
                  <a:lnTo>
                    <a:pt x="311449" y="337862"/>
                  </a:lnTo>
                  <a:lnTo>
                    <a:pt x="311771" y="337909"/>
                  </a:lnTo>
                  <a:cubicBezTo>
                    <a:pt x="328320" y="340320"/>
                    <a:pt x="331293" y="340754"/>
                    <a:pt x="357025" y="344506"/>
                  </a:cubicBezTo>
                  <a:lnTo>
                    <a:pt x="357025" y="213534"/>
                  </a:lnTo>
                  <a:lnTo>
                    <a:pt x="357025" y="205462"/>
                  </a:lnTo>
                  <a:cubicBezTo>
                    <a:pt x="331293" y="201711"/>
                    <a:pt x="328320" y="201277"/>
                    <a:pt x="311771" y="198866"/>
                  </a:cubicBezTo>
                  <a:lnTo>
                    <a:pt x="311449" y="198818"/>
                  </a:lnTo>
                  <a:lnTo>
                    <a:pt x="296042" y="196574"/>
                  </a:lnTo>
                  <a:lnTo>
                    <a:pt x="296042" y="268628"/>
                  </a:lnTo>
                  <a:close/>
                  <a:moveTo>
                    <a:pt x="132000" y="283191"/>
                  </a:moveTo>
                  <a:cubicBezTo>
                    <a:pt x="127716" y="280733"/>
                    <a:pt x="124356" y="278804"/>
                    <a:pt x="121559" y="277199"/>
                  </a:cubicBezTo>
                  <a:moveTo>
                    <a:pt x="311771" y="337909"/>
                  </a:moveTo>
                  <a:cubicBezTo>
                    <a:pt x="311665" y="337893"/>
                    <a:pt x="311557" y="337878"/>
                    <a:pt x="311449" y="337862"/>
                  </a:cubicBezTo>
                  <a:cubicBezTo>
                    <a:pt x="307331" y="337262"/>
                    <a:pt x="302377" y="336539"/>
                    <a:pt x="296042" y="335617"/>
                  </a:cubicBezTo>
                  <a:moveTo>
                    <a:pt x="612760" y="335427"/>
                  </a:moveTo>
                  <a:cubicBezTo>
                    <a:pt x="596659" y="337797"/>
                    <a:pt x="589478" y="338853"/>
                    <a:pt x="582295" y="339909"/>
                  </a:cubicBezTo>
                  <a:cubicBezTo>
                    <a:pt x="575113" y="340966"/>
                    <a:pt x="567930" y="342021"/>
                    <a:pt x="551832" y="344388"/>
                  </a:cubicBezTo>
                  <a:moveTo>
                    <a:pt x="90325" y="120227"/>
                  </a:moveTo>
                  <a:lnTo>
                    <a:pt x="90583" y="120035"/>
                  </a:lnTo>
                  <a:moveTo>
                    <a:pt x="132000" y="144148"/>
                  </a:moveTo>
                  <a:cubicBezTo>
                    <a:pt x="127716" y="141690"/>
                    <a:pt x="124356" y="139761"/>
                    <a:pt x="121559" y="138156"/>
                  </a:cubicBezTo>
                  <a:moveTo>
                    <a:pt x="311771" y="198866"/>
                  </a:moveTo>
                  <a:cubicBezTo>
                    <a:pt x="311665" y="198850"/>
                    <a:pt x="311557" y="198835"/>
                    <a:pt x="311449" y="198818"/>
                  </a:cubicBezTo>
                  <a:cubicBezTo>
                    <a:pt x="307331" y="198219"/>
                    <a:pt x="302377" y="197496"/>
                    <a:pt x="296042" y="196574"/>
                  </a:cubicBezTo>
                  <a:moveTo>
                    <a:pt x="551832" y="205345"/>
                  </a:moveTo>
                  <a:cubicBezTo>
                    <a:pt x="567930" y="202978"/>
                    <a:pt x="575113" y="201923"/>
                    <a:pt x="582295" y="200866"/>
                  </a:cubicBezTo>
                  <a:cubicBezTo>
                    <a:pt x="589478" y="199810"/>
                    <a:pt x="596659" y="198753"/>
                    <a:pt x="612760" y="196384"/>
                  </a:cubicBezTo>
                  <a:lnTo>
                    <a:pt x="612572" y="192252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108380" y="3212187"/>
              <a:ext cx="405503" cy="172980"/>
            </a:xfrm>
            <a:custGeom>
              <a:avLst/>
              <a:gdLst/>
              <a:ahLst/>
              <a:cxnLst/>
              <a:rect l="0" t="0" r="0" b="0"/>
              <a:pathLst>
                <a:path w="405503" h="172980">
                  <a:moveTo>
                    <a:pt x="0" y="139286"/>
                  </a:moveTo>
                  <a:lnTo>
                    <a:pt x="44632" y="153551"/>
                  </a:lnTo>
                  <a:lnTo>
                    <a:pt x="44632" y="81496"/>
                  </a:lnTo>
                  <a:lnTo>
                    <a:pt x="44961" y="73169"/>
                  </a:lnTo>
                  <a:lnTo>
                    <a:pt x="47246" y="15344"/>
                  </a:lnTo>
                  <a:lnTo>
                    <a:pt x="0" y="243"/>
                  </a:lnTo>
                  <a:lnTo>
                    <a:pt x="0" y="21972"/>
                  </a:lnTo>
                  <a:close/>
                  <a:moveTo>
                    <a:pt x="174793" y="172980"/>
                  </a:moveTo>
                  <a:lnTo>
                    <a:pt x="230904" y="172945"/>
                  </a:lnTo>
                  <a:lnTo>
                    <a:pt x="230904" y="110724"/>
                  </a:lnTo>
                  <a:lnTo>
                    <a:pt x="230904" y="33902"/>
                  </a:lnTo>
                  <a:lnTo>
                    <a:pt x="174793" y="33936"/>
                  </a:lnTo>
                  <a:lnTo>
                    <a:pt x="174793" y="110232"/>
                  </a:lnTo>
                  <a:close/>
                  <a:moveTo>
                    <a:pt x="381898" y="146630"/>
                  </a:moveTo>
                  <a:cubicBezTo>
                    <a:pt x="388534" y="144497"/>
                    <a:pt x="395166" y="142366"/>
                    <a:pt x="405503" y="139043"/>
                  </a:cubicBezTo>
                  <a:lnTo>
                    <a:pt x="405503" y="38599"/>
                  </a:lnTo>
                  <a:lnTo>
                    <a:pt x="405503" y="0"/>
                  </a:lnTo>
                  <a:cubicBezTo>
                    <a:pt x="395435" y="3236"/>
                    <a:pt x="388881" y="5342"/>
                    <a:pt x="382414" y="7420"/>
                  </a:cubicBezTo>
                  <a:lnTo>
                    <a:pt x="382248" y="7473"/>
                  </a:lnTo>
                  <a:lnTo>
                    <a:pt x="381898" y="7587"/>
                  </a:lnTo>
                  <a:cubicBezTo>
                    <a:pt x="375277" y="9713"/>
                    <a:pt x="368653" y="11842"/>
                    <a:pt x="358343" y="15156"/>
                  </a:cubicBezTo>
                  <a:lnTo>
                    <a:pt x="361163" y="77174"/>
                  </a:lnTo>
                  <a:lnTo>
                    <a:pt x="361351" y="81307"/>
                  </a:lnTo>
                  <a:lnTo>
                    <a:pt x="361351" y="153233"/>
                  </a:lnTo>
                  <a:close/>
                  <a:moveTo>
                    <a:pt x="381898" y="146630"/>
                  </a:moveTo>
                  <a:cubicBezTo>
                    <a:pt x="375944" y="148542"/>
                    <a:pt x="369987" y="150456"/>
                    <a:pt x="361351" y="153233"/>
                  </a:cubicBezTo>
                  <a:moveTo>
                    <a:pt x="382414" y="7420"/>
                  </a:moveTo>
                  <a:cubicBezTo>
                    <a:pt x="382359" y="7438"/>
                    <a:pt x="382303" y="7456"/>
                    <a:pt x="382248" y="7473"/>
                  </a:cubicBezTo>
                  <a:cubicBezTo>
                    <a:pt x="382131" y="7511"/>
                    <a:pt x="382015" y="7548"/>
                    <a:pt x="381898" y="758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5866116" y="2898802"/>
              <a:ext cx="889553" cy="542812"/>
            </a:xfrm>
            <a:custGeom>
              <a:avLst/>
              <a:gdLst/>
              <a:ahLst/>
              <a:cxnLst/>
              <a:rect l="0" t="0" r="0" b="0"/>
              <a:pathLst>
                <a:path w="889553" h="542812">
                  <a:moveTo>
                    <a:pt x="212220" y="63382"/>
                  </a:moveTo>
                  <a:lnTo>
                    <a:pt x="171968" y="327"/>
                  </a:lnTo>
                  <a:lnTo>
                    <a:pt x="171968" y="84260"/>
                  </a:lnTo>
                  <a:lnTo>
                    <a:pt x="175541" y="84553"/>
                  </a:lnTo>
                  <a:cubicBezTo>
                    <a:pt x="188259" y="77215"/>
                    <a:pt x="193765" y="74036"/>
                    <a:pt x="203475" y="68431"/>
                  </a:cubicBezTo>
                  <a:close/>
                  <a:moveTo>
                    <a:pt x="772960" y="159701"/>
                  </a:moveTo>
                  <a:cubicBezTo>
                    <a:pt x="773969" y="163163"/>
                    <a:pt x="775036" y="166822"/>
                    <a:pt x="776594" y="172173"/>
                  </a:cubicBezTo>
                  <a:lnTo>
                    <a:pt x="870484" y="192300"/>
                  </a:lnTo>
                  <a:lnTo>
                    <a:pt x="870484" y="102158"/>
                  </a:lnTo>
                  <a:lnTo>
                    <a:pt x="768526" y="144480"/>
                  </a:lnTo>
                  <a:cubicBezTo>
                    <a:pt x="770498" y="151254"/>
                    <a:pt x="771683" y="155319"/>
                    <a:pt x="772960" y="159701"/>
                  </a:cubicBezTo>
                  <a:close/>
                  <a:moveTo>
                    <a:pt x="676330" y="63102"/>
                  </a:moveTo>
                  <a:lnTo>
                    <a:pt x="713139" y="84231"/>
                  </a:lnTo>
                  <a:lnTo>
                    <a:pt x="716205" y="83976"/>
                  </a:lnTo>
                  <a:lnTo>
                    <a:pt x="716205" y="0"/>
                  </a:lnTo>
                  <a:close/>
                  <a:moveTo>
                    <a:pt x="122865" y="481498"/>
                  </a:moveTo>
                  <a:lnTo>
                    <a:pt x="242274" y="452671"/>
                  </a:lnTo>
                  <a:lnTo>
                    <a:pt x="242274" y="335355"/>
                  </a:lnTo>
                  <a:lnTo>
                    <a:pt x="242274" y="313627"/>
                  </a:lnTo>
                  <a:lnTo>
                    <a:pt x="122865" y="342455"/>
                  </a:lnTo>
                  <a:close/>
                  <a:moveTo>
                    <a:pt x="146469" y="254199"/>
                  </a:moveTo>
                  <a:lnTo>
                    <a:pt x="146448" y="254176"/>
                  </a:lnTo>
                  <a:cubicBezTo>
                    <a:pt x="141949" y="249281"/>
                    <a:pt x="138390" y="245411"/>
                    <a:pt x="131721" y="238157"/>
                  </a:cubicBezTo>
                  <a:lnTo>
                    <a:pt x="18309" y="231313"/>
                  </a:lnTo>
                  <a:lnTo>
                    <a:pt x="0" y="230207"/>
                  </a:lnTo>
                  <a:lnTo>
                    <a:pt x="0" y="335923"/>
                  </a:lnTo>
                  <a:lnTo>
                    <a:pt x="0" y="369251"/>
                  </a:lnTo>
                  <a:lnTo>
                    <a:pt x="81190" y="374151"/>
                  </a:lnTo>
                  <a:lnTo>
                    <a:pt x="81190" y="318533"/>
                  </a:lnTo>
                  <a:lnTo>
                    <a:pt x="81447" y="318342"/>
                  </a:lnTo>
                  <a:lnTo>
                    <a:pt x="118570" y="290750"/>
                  </a:lnTo>
                  <a:lnTo>
                    <a:pt x="155104" y="263596"/>
                  </a:lnTo>
                  <a:close/>
                  <a:moveTo>
                    <a:pt x="347890" y="542812"/>
                  </a:moveTo>
                  <a:lnTo>
                    <a:pt x="417067" y="486363"/>
                  </a:lnTo>
                  <a:lnTo>
                    <a:pt x="417067" y="423616"/>
                  </a:lnTo>
                  <a:lnTo>
                    <a:pt x="417067" y="347320"/>
                  </a:lnTo>
                  <a:lnTo>
                    <a:pt x="347890" y="403769"/>
                  </a:lnTo>
                  <a:lnTo>
                    <a:pt x="347890" y="411839"/>
                  </a:lnTo>
                  <a:close/>
                  <a:moveTo>
                    <a:pt x="473178" y="486328"/>
                  </a:moveTo>
                  <a:lnTo>
                    <a:pt x="542696" y="542695"/>
                  </a:lnTo>
                  <a:lnTo>
                    <a:pt x="542696" y="403652"/>
                  </a:lnTo>
                  <a:lnTo>
                    <a:pt x="473178" y="347285"/>
                  </a:lnTo>
                  <a:lnTo>
                    <a:pt x="473178" y="424108"/>
                  </a:lnTo>
                  <a:close/>
                  <a:moveTo>
                    <a:pt x="647777" y="452426"/>
                  </a:moveTo>
                  <a:lnTo>
                    <a:pt x="767358" y="481110"/>
                  </a:lnTo>
                  <a:lnTo>
                    <a:pt x="767358" y="342066"/>
                  </a:lnTo>
                  <a:lnTo>
                    <a:pt x="647777" y="313383"/>
                  </a:lnTo>
                  <a:lnTo>
                    <a:pt x="647777" y="351983"/>
                  </a:lnTo>
                  <a:close/>
                  <a:moveTo>
                    <a:pt x="747702" y="248937"/>
                  </a:moveTo>
                  <a:cubicBezTo>
                    <a:pt x="743914" y="253087"/>
                    <a:pt x="740476" y="256855"/>
                    <a:pt x="734647" y="263246"/>
                  </a:cubicBezTo>
                  <a:lnTo>
                    <a:pt x="770289" y="289579"/>
                  </a:lnTo>
                  <a:lnTo>
                    <a:pt x="808890" y="318097"/>
                  </a:lnTo>
                  <a:lnTo>
                    <a:pt x="808890" y="318139"/>
                  </a:lnTo>
                  <a:lnTo>
                    <a:pt x="808890" y="373680"/>
                  </a:lnTo>
                  <a:lnTo>
                    <a:pt x="889553" y="368714"/>
                  </a:lnTo>
                  <a:lnTo>
                    <a:pt x="889553" y="335431"/>
                  </a:lnTo>
                  <a:lnTo>
                    <a:pt x="889553" y="229671"/>
                  </a:lnTo>
                  <a:lnTo>
                    <a:pt x="861475" y="231400"/>
                  </a:lnTo>
                  <a:lnTo>
                    <a:pt x="757882" y="237777"/>
                  </a:lnTo>
                  <a:close/>
                  <a:moveTo>
                    <a:pt x="116569" y="158720"/>
                  </a:moveTo>
                  <a:cubicBezTo>
                    <a:pt x="117680" y="154826"/>
                    <a:pt x="118791" y="150933"/>
                    <a:pt x="120521" y="144869"/>
                  </a:cubicBezTo>
                  <a:lnTo>
                    <a:pt x="44616" y="113528"/>
                  </a:lnTo>
                  <a:lnTo>
                    <a:pt x="18309" y="102665"/>
                  </a:lnTo>
                  <a:lnTo>
                    <a:pt x="18309" y="192928"/>
                  </a:lnTo>
                  <a:lnTo>
                    <a:pt x="44616" y="187249"/>
                  </a:lnTo>
                  <a:lnTo>
                    <a:pt x="112616" y="172572"/>
                  </a:lnTo>
                  <a:cubicBezTo>
                    <a:pt x="114334" y="166548"/>
                    <a:pt x="115442" y="162666"/>
                    <a:pt x="116545" y="158800"/>
                  </a:cubicBezTo>
                  <a:close/>
                  <a:moveTo>
                    <a:pt x="448790" y="77552"/>
                  </a:moveTo>
                  <a:cubicBezTo>
                    <a:pt x="333605" y="77552"/>
                    <a:pt x="240225" y="124164"/>
                    <a:pt x="240225" y="181661"/>
                  </a:cubicBezTo>
                  <a:cubicBezTo>
                    <a:pt x="240225" y="208381"/>
                    <a:pt x="260391" y="232750"/>
                    <a:pt x="293542" y="251182"/>
                  </a:cubicBezTo>
                  <a:cubicBezTo>
                    <a:pt x="331725" y="229951"/>
                    <a:pt x="387134" y="216595"/>
                    <a:pt x="448790" y="216595"/>
                  </a:cubicBezTo>
                  <a:cubicBezTo>
                    <a:pt x="510446" y="216595"/>
                    <a:pt x="565855" y="229951"/>
                    <a:pt x="604038" y="251182"/>
                  </a:cubicBezTo>
                  <a:cubicBezTo>
                    <a:pt x="637188" y="232750"/>
                    <a:pt x="657355" y="208381"/>
                    <a:pt x="657355" y="181661"/>
                  </a:cubicBezTo>
                  <a:cubicBezTo>
                    <a:pt x="657355" y="124164"/>
                    <a:pt x="563975" y="77552"/>
                    <a:pt x="448790" y="77552"/>
                  </a:cubicBezTo>
                  <a:close/>
                  <a:moveTo>
                    <a:pt x="116569" y="158720"/>
                  </a:moveTo>
                  <a:cubicBezTo>
                    <a:pt x="116561" y="158746"/>
                    <a:pt x="116554" y="158773"/>
                    <a:pt x="116545" y="158800"/>
                  </a:cubicBezTo>
                  <a:moveTo>
                    <a:pt x="155104" y="263596"/>
                  </a:moveTo>
                  <a:cubicBezTo>
                    <a:pt x="151545" y="259723"/>
                    <a:pt x="148872" y="256814"/>
                    <a:pt x="146469" y="254199"/>
                  </a:cubicBezTo>
                  <a:moveTo>
                    <a:pt x="757882" y="237777"/>
                  </a:moveTo>
                  <a:cubicBezTo>
                    <a:pt x="753540" y="242538"/>
                    <a:pt x="750524" y="245843"/>
                    <a:pt x="747702" y="24893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5856996" y="2854446"/>
              <a:ext cx="907634" cy="448126"/>
            </a:xfrm>
            <a:custGeom>
              <a:avLst/>
              <a:gdLst/>
              <a:ahLst/>
              <a:cxnLst/>
              <a:rect l="0" t="0" r="0" b="0"/>
              <a:pathLst>
                <a:path w="907634" h="448126">
                  <a:moveTo>
                    <a:pt x="461087" y="13"/>
                  </a:moveTo>
                  <a:cubicBezTo>
                    <a:pt x="449601" y="20"/>
                    <a:pt x="443832" y="25"/>
                    <a:pt x="421327" y="39"/>
                  </a:cubicBezTo>
                  <a:lnTo>
                    <a:pt x="386845" y="63927"/>
                  </a:lnTo>
                  <a:cubicBezTo>
                    <a:pt x="375052" y="65661"/>
                    <a:pt x="367487" y="66774"/>
                    <a:pt x="359916" y="67887"/>
                  </a:cubicBezTo>
                  <a:cubicBezTo>
                    <a:pt x="352361" y="69000"/>
                    <a:pt x="344802" y="70111"/>
                    <a:pt x="333033" y="71842"/>
                  </a:cubicBezTo>
                  <a:lnTo>
                    <a:pt x="234495" y="27523"/>
                  </a:lnTo>
                  <a:cubicBezTo>
                    <a:pt x="225429" y="30437"/>
                    <a:pt x="219590" y="32314"/>
                    <a:pt x="214906" y="33819"/>
                  </a:cubicBezTo>
                  <a:cubicBezTo>
                    <a:pt x="205006" y="37002"/>
                    <a:pt x="200259" y="38528"/>
                    <a:pt x="181103" y="44684"/>
                  </a:cubicBezTo>
                  <a:lnTo>
                    <a:pt x="221355" y="107739"/>
                  </a:lnTo>
                  <a:lnTo>
                    <a:pt x="212610" y="112788"/>
                  </a:lnTo>
                  <a:cubicBezTo>
                    <a:pt x="202900" y="118394"/>
                    <a:pt x="197394" y="121572"/>
                    <a:pt x="184677" y="128910"/>
                  </a:cubicBezTo>
                  <a:lnTo>
                    <a:pt x="181103" y="128618"/>
                  </a:lnTo>
                  <a:lnTo>
                    <a:pt x="53751" y="118186"/>
                  </a:lnTo>
                  <a:cubicBezTo>
                    <a:pt x="46797" y="125808"/>
                    <a:pt x="43697" y="129206"/>
                    <a:pt x="40597" y="132606"/>
                  </a:cubicBezTo>
                  <a:cubicBezTo>
                    <a:pt x="37496" y="136005"/>
                    <a:pt x="34395" y="139404"/>
                    <a:pt x="27444" y="147024"/>
                  </a:cubicBezTo>
                  <a:lnTo>
                    <a:pt x="53751" y="157885"/>
                  </a:lnTo>
                  <a:lnTo>
                    <a:pt x="129656" y="189226"/>
                  </a:lnTo>
                  <a:cubicBezTo>
                    <a:pt x="127926" y="195290"/>
                    <a:pt x="126815" y="199183"/>
                    <a:pt x="125704" y="203077"/>
                  </a:cubicBezTo>
                  <a:cubicBezTo>
                    <a:pt x="125696" y="203103"/>
                    <a:pt x="125689" y="203130"/>
                    <a:pt x="125681" y="203157"/>
                  </a:cubicBezTo>
                  <a:cubicBezTo>
                    <a:pt x="124578" y="207023"/>
                    <a:pt x="123469" y="210905"/>
                    <a:pt x="121751" y="216929"/>
                  </a:cubicBezTo>
                  <a:lnTo>
                    <a:pt x="53751" y="231606"/>
                  </a:lnTo>
                  <a:lnTo>
                    <a:pt x="27444" y="237285"/>
                  </a:lnTo>
                  <a:lnTo>
                    <a:pt x="0" y="243209"/>
                  </a:lnTo>
                  <a:cubicBezTo>
                    <a:pt x="2413" y="251487"/>
                    <a:pt x="3489" y="255183"/>
                    <a:pt x="4564" y="258876"/>
                  </a:cubicBezTo>
                  <a:lnTo>
                    <a:pt x="4567" y="258886"/>
                  </a:lnTo>
                  <a:cubicBezTo>
                    <a:pt x="5643" y="262582"/>
                    <a:pt x="6719" y="266279"/>
                    <a:pt x="9135" y="274565"/>
                  </a:cubicBezTo>
                  <a:lnTo>
                    <a:pt x="27444" y="275670"/>
                  </a:lnTo>
                  <a:lnTo>
                    <a:pt x="140856" y="282514"/>
                  </a:lnTo>
                  <a:cubicBezTo>
                    <a:pt x="147525" y="289768"/>
                    <a:pt x="151083" y="293638"/>
                    <a:pt x="155582" y="298533"/>
                  </a:cubicBezTo>
                  <a:lnTo>
                    <a:pt x="155604" y="298556"/>
                  </a:lnTo>
                  <a:cubicBezTo>
                    <a:pt x="158007" y="301172"/>
                    <a:pt x="160680" y="304080"/>
                    <a:pt x="164240" y="307953"/>
                  </a:cubicBezTo>
                  <a:lnTo>
                    <a:pt x="127705" y="335107"/>
                  </a:lnTo>
                  <a:lnTo>
                    <a:pt x="90583" y="362699"/>
                  </a:lnTo>
                  <a:lnTo>
                    <a:pt x="90325" y="362890"/>
                  </a:lnTo>
                  <a:cubicBezTo>
                    <a:pt x="108068" y="373077"/>
                    <a:pt x="109976" y="374171"/>
                    <a:pt x="121559" y="380820"/>
                  </a:cubicBezTo>
                  <a:cubicBezTo>
                    <a:pt x="124356" y="382425"/>
                    <a:pt x="127716" y="384353"/>
                    <a:pt x="132000" y="386812"/>
                  </a:cubicBezTo>
                  <a:lnTo>
                    <a:pt x="251409" y="357985"/>
                  </a:lnTo>
                  <a:lnTo>
                    <a:pt x="298656" y="373085"/>
                  </a:lnTo>
                  <a:lnTo>
                    <a:pt x="296371" y="430909"/>
                  </a:lnTo>
                  <a:lnTo>
                    <a:pt x="296042" y="439238"/>
                  </a:lnTo>
                  <a:cubicBezTo>
                    <a:pt x="302377" y="440160"/>
                    <a:pt x="307331" y="440882"/>
                    <a:pt x="311449" y="441482"/>
                  </a:cubicBezTo>
                  <a:cubicBezTo>
                    <a:pt x="311557" y="441498"/>
                    <a:pt x="311665" y="441514"/>
                    <a:pt x="311771" y="441530"/>
                  </a:cubicBezTo>
                  <a:cubicBezTo>
                    <a:pt x="328320" y="443941"/>
                    <a:pt x="331293" y="444374"/>
                    <a:pt x="357025" y="448126"/>
                  </a:cubicBezTo>
                  <a:lnTo>
                    <a:pt x="426203" y="391677"/>
                  </a:lnTo>
                  <a:lnTo>
                    <a:pt x="482313" y="391642"/>
                  </a:lnTo>
                  <a:lnTo>
                    <a:pt x="551832" y="448009"/>
                  </a:lnTo>
                  <a:cubicBezTo>
                    <a:pt x="567930" y="445642"/>
                    <a:pt x="575113" y="444586"/>
                    <a:pt x="582295" y="443530"/>
                  </a:cubicBezTo>
                  <a:cubicBezTo>
                    <a:pt x="589478" y="442474"/>
                    <a:pt x="596659" y="441417"/>
                    <a:pt x="612760" y="439048"/>
                  </a:cubicBezTo>
                  <a:lnTo>
                    <a:pt x="612572" y="434915"/>
                  </a:lnTo>
                  <a:lnTo>
                    <a:pt x="609752" y="372898"/>
                  </a:lnTo>
                  <a:cubicBezTo>
                    <a:pt x="620062" y="369583"/>
                    <a:pt x="626688" y="367455"/>
                    <a:pt x="633307" y="365327"/>
                  </a:cubicBezTo>
                  <a:cubicBezTo>
                    <a:pt x="633424" y="365290"/>
                    <a:pt x="633541" y="365252"/>
                    <a:pt x="633657" y="365215"/>
                  </a:cubicBezTo>
                  <a:cubicBezTo>
                    <a:pt x="633713" y="365196"/>
                    <a:pt x="633768" y="365179"/>
                    <a:pt x="633824" y="365161"/>
                  </a:cubicBezTo>
                  <a:cubicBezTo>
                    <a:pt x="640291" y="363083"/>
                    <a:pt x="646844" y="360977"/>
                    <a:pt x="656912" y="357740"/>
                  </a:cubicBezTo>
                  <a:lnTo>
                    <a:pt x="776493" y="386423"/>
                  </a:lnTo>
                  <a:lnTo>
                    <a:pt x="818025" y="362454"/>
                  </a:lnTo>
                  <a:lnTo>
                    <a:pt x="779424" y="333936"/>
                  </a:lnTo>
                  <a:lnTo>
                    <a:pt x="743782" y="307603"/>
                  </a:lnTo>
                  <a:cubicBezTo>
                    <a:pt x="749610" y="301213"/>
                    <a:pt x="753049" y="297444"/>
                    <a:pt x="756837" y="293294"/>
                  </a:cubicBezTo>
                  <a:cubicBezTo>
                    <a:pt x="759659" y="290201"/>
                    <a:pt x="762675" y="286895"/>
                    <a:pt x="767017" y="282135"/>
                  </a:cubicBezTo>
                  <a:lnTo>
                    <a:pt x="870610" y="275757"/>
                  </a:lnTo>
                  <a:lnTo>
                    <a:pt x="898689" y="274028"/>
                  </a:lnTo>
                  <a:lnTo>
                    <a:pt x="907634" y="242663"/>
                  </a:lnTo>
                  <a:lnTo>
                    <a:pt x="879619" y="236658"/>
                  </a:lnTo>
                  <a:lnTo>
                    <a:pt x="785729" y="216530"/>
                  </a:lnTo>
                  <a:cubicBezTo>
                    <a:pt x="784171" y="211179"/>
                    <a:pt x="783104" y="207520"/>
                    <a:pt x="782095" y="204058"/>
                  </a:cubicBezTo>
                  <a:cubicBezTo>
                    <a:pt x="780818" y="199676"/>
                    <a:pt x="779633" y="195612"/>
                    <a:pt x="777661" y="188837"/>
                  </a:cubicBezTo>
                  <a:lnTo>
                    <a:pt x="879619" y="146515"/>
                  </a:lnTo>
                  <a:cubicBezTo>
                    <a:pt x="872623" y="138902"/>
                    <a:pt x="869500" y="135506"/>
                    <a:pt x="866378" y="132111"/>
                  </a:cubicBezTo>
                  <a:cubicBezTo>
                    <a:pt x="863257" y="128716"/>
                    <a:pt x="860135" y="125321"/>
                    <a:pt x="853139" y="117709"/>
                  </a:cubicBezTo>
                  <a:lnTo>
                    <a:pt x="725340" y="128333"/>
                  </a:lnTo>
                  <a:lnTo>
                    <a:pt x="722274" y="128588"/>
                  </a:lnTo>
                  <a:lnTo>
                    <a:pt x="685465" y="107460"/>
                  </a:lnTo>
                  <a:lnTo>
                    <a:pt x="725340" y="44357"/>
                  </a:lnTo>
                  <a:lnTo>
                    <a:pt x="712955" y="40400"/>
                  </a:lnTo>
                  <a:cubicBezTo>
                    <a:pt x="697165" y="35355"/>
                    <a:pt x="695129" y="34705"/>
                    <a:pt x="671842" y="27261"/>
                  </a:cubicBezTo>
                  <a:lnTo>
                    <a:pt x="573570" y="71701"/>
                  </a:lnTo>
                  <a:cubicBezTo>
                    <a:pt x="550271" y="68302"/>
                    <a:pt x="543452" y="67308"/>
                    <a:pt x="520560" y="63972"/>
                  </a:cubicBezTo>
                  <a:lnTo>
                    <a:pt x="519706" y="63848"/>
                  </a:lnTo>
                  <a:lnTo>
                    <a:pt x="484836" y="0"/>
                  </a:lnTo>
                  <a:close/>
                  <a:moveTo>
                    <a:pt x="457925" y="330126"/>
                  </a:moveTo>
                  <a:cubicBezTo>
                    <a:pt x="396269" y="330126"/>
                    <a:pt x="340860" y="316771"/>
                    <a:pt x="302677" y="295540"/>
                  </a:cubicBezTo>
                  <a:cubicBezTo>
                    <a:pt x="269526" y="277107"/>
                    <a:pt x="249361" y="252738"/>
                    <a:pt x="249361" y="226019"/>
                  </a:cubicBezTo>
                  <a:cubicBezTo>
                    <a:pt x="249361" y="168522"/>
                    <a:pt x="342740" y="121910"/>
                    <a:pt x="457925" y="121910"/>
                  </a:cubicBezTo>
                  <a:cubicBezTo>
                    <a:pt x="573110" y="121910"/>
                    <a:pt x="666490" y="168522"/>
                    <a:pt x="666490" y="226019"/>
                  </a:cubicBezTo>
                  <a:cubicBezTo>
                    <a:pt x="666490" y="252738"/>
                    <a:pt x="646323" y="277107"/>
                    <a:pt x="613173" y="295540"/>
                  </a:cubicBezTo>
                  <a:cubicBezTo>
                    <a:pt x="574990" y="316771"/>
                    <a:pt x="519582" y="330126"/>
                    <a:pt x="457925" y="330126"/>
                  </a:cubicBezTo>
                  <a:close/>
                  <a:moveTo>
                    <a:pt x="125704" y="203077"/>
                  </a:moveTo>
                  <a:lnTo>
                    <a:pt x="125681" y="203157"/>
                  </a:lnTo>
                  <a:moveTo>
                    <a:pt x="164240" y="307953"/>
                  </a:moveTo>
                  <a:lnTo>
                    <a:pt x="155604" y="298556"/>
                  </a:lnTo>
                  <a:moveTo>
                    <a:pt x="132000" y="386812"/>
                  </a:moveTo>
                  <a:lnTo>
                    <a:pt x="121559" y="380820"/>
                  </a:lnTo>
                  <a:moveTo>
                    <a:pt x="311771" y="441530"/>
                  </a:moveTo>
                  <a:lnTo>
                    <a:pt x="311449" y="441482"/>
                  </a:lnTo>
                  <a:lnTo>
                    <a:pt x="296042" y="439238"/>
                  </a:lnTo>
                  <a:moveTo>
                    <a:pt x="612760" y="439048"/>
                  </a:moveTo>
                  <a:lnTo>
                    <a:pt x="582295" y="443530"/>
                  </a:lnTo>
                  <a:lnTo>
                    <a:pt x="551832" y="448009"/>
                  </a:lnTo>
                  <a:moveTo>
                    <a:pt x="633824" y="365161"/>
                  </a:moveTo>
                  <a:lnTo>
                    <a:pt x="633657" y="365215"/>
                  </a:lnTo>
                  <a:lnTo>
                    <a:pt x="633307" y="365327"/>
                  </a:lnTo>
                  <a:moveTo>
                    <a:pt x="818025" y="362496"/>
                  </a:moveTo>
                  <a:lnTo>
                    <a:pt x="818025" y="362454"/>
                  </a:lnTo>
                  <a:moveTo>
                    <a:pt x="767017" y="282135"/>
                  </a:moveTo>
                  <a:lnTo>
                    <a:pt x="756837" y="293294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389700" y="2814474"/>
            <a:ext cx="1061799" cy="736206"/>
            <a:chOff x="4389700" y="2814474"/>
            <a:chExt cx="1061799" cy="736206"/>
          </a:xfrm>
        </p:grpSpPr>
        <p:sp>
          <p:nvSpPr>
            <p:cNvPr id="60" name="Rounded Rectangle 59"/>
            <p:cNvSpPr/>
            <p:nvPr/>
          </p:nvSpPr>
          <p:spPr>
            <a:xfrm>
              <a:off x="4396653" y="2844125"/>
              <a:ext cx="1047607" cy="706554"/>
            </a:xfrm>
            <a:custGeom>
              <a:avLst/>
              <a:gdLst/>
              <a:ahLst/>
              <a:cxnLst/>
              <a:rect l="0" t="0" r="0" b="0"/>
              <a:pathLst>
                <a:path w="1047607" h="706554">
                  <a:moveTo>
                    <a:pt x="523408" y="130273"/>
                  </a:moveTo>
                  <a:cubicBezTo>
                    <a:pt x="408222" y="130273"/>
                    <a:pt x="314839" y="176879"/>
                    <a:pt x="314839" y="234381"/>
                  </a:cubicBezTo>
                  <a:cubicBezTo>
                    <a:pt x="314839" y="275882"/>
                    <a:pt x="363502" y="311724"/>
                    <a:pt x="433911" y="328441"/>
                  </a:cubicBezTo>
                  <a:cubicBezTo>
                    <a:pt x="461029" y="322002"/>
                    <a:pt x="491375" y="318392"/>
                    <a:pt x="523408" y="318392"/>
                  </a:cubicBezTo>
                  <a:cubicBezTo>
                    <a:pt x="555440" y="318392"/>
                    <a:pt x="585787" y="322002"/>
                    <a:pt x="612905" y="328441"/>
                  </a:cubicBezTo>
                  <a:cubicBezTo>
                    <a:pt x="683304" y="311715"/>
                    <a:pt x="731967" y="275882"/>
                    <a:pt x="731967" y="234381"/>
                  </a:cubicBezTo>
                  <a:cubicBezTo>
                    <a:pt x="731967" y="176879"/>
                    <a:pt x="638594" y="130273"/>
                    <a:pt x="523408" y="130273"/>
                  </a:cubicBezTo>
                  <a:moveTo>
                    <a:pt x="188975" y="364255"/>
                  </a:moveTo>
                  <a:lnTo>
                    <a:pt x="81314" y="382190"/>
                  </a:lnTo>
                  <a:lnTo>
                    <a:pt x="81314" y="590750"/>
                  </a:lnTo>
                  <a:lnTo>
                    <a:pt x="184280" y="573605"/>
                  </a:lnTo>
                  <a:lnTo>
                    <a:pt x="184280" y="439445"/>
                  </a:lnTo>
                  <a:lnTo>
                    <a:pt x="188975" y="434311"/>
                  </a:lnTo>
                  <a:lnTo>
                    <a:pt x="188975" y="364255"/>
                  </a:lnTo>
                  <a:moveTo>
                    <a:pt x="112947" y="285045"/>
                  </a:moveTo>
                  <a:lnTo>
                    <a:pt x="0" y="279539"/>
                  </a:lnTo>
                  <a:lnTo>
                    <a:pt x="0" y="488099"/>
                  </a:lnTo>
                  <a:lnTo>
                    <a:pt x="47434" y="490413"/>
                  </a:lnTo>
                  <a:lnTo>
                    <a:pt x="47434" y="352777"/>
                  </a:lnTo>
                  <a:lnTo>
                    <a:pt x="112947" y="323888"/>
                  </a:lnTo>
                  <a:lnTo>
                    <a:pt x="112947" y="285045"/>
                  </a:lnTo>
                  <a:moveTo>
                    <a:pt x="107975" y="197215"/>
                  </a:moveTo>
                  <a:lnTo>
                    <a:pt x="9267" y="169240"/>
                  </a:lnTo>
                  <a:lnTo>
                    <a:pt x="9267" y="243230"/>
                  </a:lnTo>
                  <a:lnTo>
                    <a:pt x="101250" y="228800"/>
                  </a:lnTo>
                  <a:lnTo>
                    <a:pt x="104613" y="213007"/>
                  </a:lnTo>
                  <a:lnTo>
                    <a:pt x="107975" y="197215"/>
                  </a:lnTo>
                  <a:moveTo>
                    <a:pt x="174907" y="115976"/>
                  </a:moveTo>
                  <a:lnTo>
                    <a:pt x="107508" y="70361"/>
                  </a:lnTo>
                  <a:lnTo>
                    <a:pt x="107508" y="141417"/>
                  </a:lnTo>
                  <a:lnTo>
                    <a:pt x="143065" y="143465"/>
                  </a:lnTo>
                  <a:cubicBezTo>
                    <a:pt x="150409" y="137121"/>
                    <a:pt x="154552" y="133550"/>
                    <a:pt x="158581" y="130063"/>
                  </a:cubicBezTo>
                  <a:cubicBezTo>
                    <a:pt x="163410" y="125901"/>
                    <a:pt x="167554" y="122329"/>
                    <a:pt x="174907" y="115976"/>
                  </a:cubicBezTo>
                  <a:moveTo>
                    <a:pt x="302190" y="55368"/>
                  </a:moveTo>
                  <a:lnTo>
                    <a:pt x="277758" y="0"/>
                  </a:lnTo>
                  <a:lnTo>
                    <a:pt x="277758" y="64217"/>
                  </a:lnTo>
                  <a:lnTo>
                    <a:pt x="302190" y="55368"/>
                  </a:lnTo>
                  <a:moveTo>
                    <a:pt x="322945" y="629726"/>
                  </a:moveTo>
                  <a:lnTo>
                    <a:pt x="239182" y="667988"/>
                  </a:lnTo>
                  <a:lnTo>
                    <a:pt x="239182" y="459419"/>
                  </a:lnTo>
                  <a:lnTo>
                    <a:pt x="322945" y="421166"/>
                  </a:lnTo>
                  <a:lnTo>
                    <a:pt x="322945" y="629726"/>
                  </a:lnTo>
                  <a:moveTo>
                    <a:pt x="491632" y="654491"/>
                  </a:moveTo>
                  <a:lnTo>
                    <a:pt x="446274" y="706469"/>
                  </a:lnTo>
                  <a:lnTo>
                    <a:pt x="446274" y="497909"/>
                  </a:lnTo>
                  <a:lnTo>
                    <a:pt x="491632" y="445931"/>
                  </a:lnTo>
                  <a:lnTo>
                    <a:pt x="491632" y="654491"/>
                  </a:lnTo>
                  <a:moveTo>
                    <a:pt x="600332" y="706554"/>
                  </a:moveTo>
                  <a:lnTo>
                    <a:pt x="555193" y="654529"/>
                  </a:lnTo>
                  <a:lnTo>
                    <a:pt x="555193" y="445970"/>
                  </a:lnTo>
                  <a:lnTo>
                    <a:pt x="600332" y="497995"/>
                  </a:lnTo>
                  <a:lnTo>
                    <a:pt x="600332" y="706554"/>
                  </a:lnTo>
                  <a:moveTo>
                    <a:pt x="807596" y="668312"/>
                  </a:moveTo>
                  <a:lnTo>
                    <a:pt x="724014" y="629954"/>
                  </a:lnTo>
                  <a:lnTo>
                    <a:pt x="724014" y="421395"/>
                  </a:lnTo>
                  <a:lnTo>
                    <a:pt x="807596" y="459743"/>
                  </a:lnTo>
                  <a:lnTo>
                    <a:pt x="807596" y="668312"/>
                  </a:lnTo>
                  <a:moveTo>
                    <a:pt x="965806" y="382685"/>
                  </a:moveTo>
                  <a:lnTo>
                    <a:pt x="858231" y="364636"/>
                  </a:lnTo>
                  <a:lnTo>
                    <a:pt x="858231" y="435035"/>
                  </a:lnTo>
                  <a:lnTo>
                    <a:pt x="862593" y="439835"/>
                  </a:lnTo>
                  <a:lnTo>
                    <a:pt x="862593" y="573928"/>
                  </a:lnTo>
                  <a:lnTo>
                    <a:pt x="965806" y="591254"/>
                  </a:lnTo>
                  <a:lnTo>
                    <a:pt x="965806" y="382685"/>
                  </a:lnTo>
                  <a:moveTo>
                    <a:pt x="1047607" y="280139"/>
                  </a:moveTo>
                  <a:lnTo>
                    <a:pt x="934631" y="285511"/>
                  </a:lnTo>
                  <a:lnTo>
                    <a:pt x="934631" y="324431"/>
                  </a:lnTo>
                  <a:lnTo>
                    <a:pt x="999829" y="353320"/>
                  </a:lnTo>
                  <a:lnTo>
                    <a:pt x="999829" y="490975"/>
                  </a:lnTo>
                  <a:lnTo>
                    <a:pt x="1047607" y="488699"/>
                  </a:lnTo>
                  <a:lnTo>
                    <a:pt x="1047607" y="280139"/>
                  </a:lnTo>
                  <a:moveTo>
                    <a:pt x="943308" y="213493"/>
                  </a:moveTo>
                  <a:lnTo>
                    <a:pt x="946584" y="229285"/>
                  </a:lnTo>
                  <a:lnTo>
                    <a:pt x="1038853" y="243878"/>
                  </a:lnTo>
                  <a:lnTo>
                    <a:pt x="1038853" y="169830"/>
                  </a:lnTo>
                  <a:lnTo>
                    <a:pt x="940022" y="197691"/>
                  </a:lnTo>
                  <a:lnTo>
                    <a:pt x="943308" y="213493"/>
                  </a:lnTo>
                  <a:moveTo>
                    <a:pt x="873461" y="116376"/>
                  </a:moveTo>
                  <a:cubicBezTo>
                    <a:pt x="881024" y="122948"/>
                    <a:pt x="885177" y="126549"/>
                    <a:pt x="889330" y="130149"/>
                  </a:cubicBezTo>
                  <a:cubicBezTo>
                    <a:pt x="893730" y="133969"/>
                    <a:pt x="897855" y="137540"/>
                    <a:pt x="905170" y="143903"/>
                  </a:cubicBezTo>
                  <a:lnTo>
                    <a:pt x="941069" y="141874"/>
                  </a:lnTo>
                  <a:lnTo>
                    <a:pt x="941069" y="70837"/>
                  </a:lnTo>
                  <a:lnTo>
                    <a:pt x="873461" y="116376"/>
                  </a:lnTo>
                  <a:moveTo>
                    <a:pt x="771134" y="276"/>
                  </a:moveTo>
                  <a:lnTo>
                    <a:pt x="746455" y="55616"/>
                  </a:lnTo>
                  <a:lnTo>
                    <a:pt x="771134" y="64598"/>
                  </a:lnTo>
                  <a:lnTo>
                    <a:pt x="771134" y="276"/>
                  </a:lnTo>
                  <a:moveTo>
                    <a:pt x="158610" y="130044"/>
                  </a:moveTo>
                  <a:lnTo>
                    <a:pt x="159362" y="129397"/>
                  </a:lnTo>
                  <a:cubicBezTo>
                    <a:pt x="159238" y="129501"/>
                    <a:pt x="159115" y="129616"/>
                    <a:pt x="158991" y="129720"/>
                  </a:cubicBezTo>
                  <a:cubicBezTo>
                    <a:pt x="158857" y="129825"/>
                    <a:pt x="158734" y="129940"/>
                    <a:pt x="158610" y="130044"/>
                  </a:cubicBez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4389700" y="3089918"/>
              <a:ext cx="1061799" cy="460762"/>
            </a:xfrm>
            <a:custGeom>
              <a:avLst/>
              <a:gdLst/>
              <a:ahLst/>
              <a:cxnLst/>
              <a:rect l="0" t="0" r="0" b="0"/>
              <a:pathLst>
                <a:path w="1061799" h="460762">
                  <a:moveTo>
                    <a:pt x="607352" y="460762"/>
                  </a:moveTo>
                  <a:cubicBezTo>
                    <a:pt x="635365" y="457809"/>
                    <a:pt x="637860" y="457542"/>
                    <a:pt x="653548" y="455885"/>
                  </a:cubicBezTo>
                  <a:lnTo>
                    <a:pt x="673798" y="453751"/>
                  </a:lnTo>
                  <a:lnTo>
                    <a:pt x="673798" y="245192"/>
                  </a:lnTo>
                  <a:lnTo>
                    <a:pt x="653548" y="247326"/>
                  </a:lnTo>
                  <a:cubicBezTo>
                    <a:pt x="637860" y="248983"/>
                    <a:pt x="635365" y="249250"/>
                    <a:pt x="607352" y="252202"/>
                  </a:cubicBezTo>
                  <a:lnTo>
                    <a:pt x="607352" y="460762"/>
                  </a:lnTo>
                  <a:moveTo>
                    <a:pt x="386867" y="453590"/>
                  </a:moveTo>
                  <a:lnTo>
                    <a:pt x="420081" y="457133"/>
                  </a:lnTo>
                  <a:lnTo>
                    <a:pt x="453285" y="460676"/>
                  </a:lnTo>
                  <a:lnTo>
                    <a:pt x="453285" y="252117"/>
                  </a:lnTo>
                  <a:lnTo>
                    <a:pt x="420081" y="248573"/>
                  </a:lnTo>
                  <a:lnTo>
                    <a:pt x="386867" y="245021"/>
                  </a:lnTo>
                  <a:lnTo>
                    <a:pt x="386867" y="453590"/>
                  </a:lnTo>
                  <a:moveTo>
                    <a:pt x="191300" y="402221"/>
                  </a:moveTo>
                  <a:lnTo>
                    <a:pt x="211864" y="409708"/>
                  </a:lnTo>
                  <a:cubicBezTo>
                    <a:pt x="221684" y="413270"/>
                    <a:pt x="225542" y="414680"/>
                    <a:pt x="246202" y="422195"/>
                  </a:cubicBezTo>
                  <a:lnTo>
                    <a:pt x="246202" y="213636"/>
                  </a:lnTo>
                  <a:cubicBezTo>
                    <a:pt x="225542" y="206111"/>
                    <a:pt x="221684" y="204711"/>
                    <a:pt x="211864" y="201139"/>
                  </a:cubicBezTo>
                  <a:lnTo>
                    <a:pt x="191300" y="193662"/>
                  </a:lnTo>
                  <a:lnTo>
                    <a:pt x="191300" y="402221"/>
                  </a:lnTo>
                  <a:moveTo>
                    <a:pt x="54444" y="315553"/>
                  </a:moveTo>
                  <a:lnTo>
                    <a:pt x="65465" y="325107"/>
                  </a:lnTo>
                  <a:cubicBezTo>
                    <a:pt x="72875" y="331546"/>
                    <a:pt x="74552" y="333003"/>
                    <a:pt x="88334" y="344957"/>
                  </a:cubicBezTo>
                  <a:lnTo>
                    <a:pt x="88334" y="136397"/>
                  </a:lnTo>
                  <a:cubicBezTo>
                    <a:pt x="74552" y="124444"/>
                    <a:pt x="72875" y="122986"/>
                    <a:pt x="65598" y="116671"/>
                  </a:cubicBezTo>
                  <a:lnTo>
                    <a:pt x="54444" y="106994"/>
                  </a:lnTo>
                  <a:lnTo>
                    <a:pt x="54444" y="315553"/>
                  </a:lnTo>
                  <a:moveTo>
                    <a:pt x="3505" y="225437"/>
                  </a:moveTo>
                  <a:cubicBezTo>
                    <a:pt x="4286" y="229181"/>
                    <a:pt x="5067" y="232933"/>
                    <a:pt x="7019" y="242306"/>
                  </a:cubicBezTo>
                  <a:lnTo>
                    <a:pt x="7019" y="33756"/>
                  </a:lnTo>
                  <a:cubicBezTo>
                    <a:pt x="5067" y="24364"/>
                    <a:pt x="4286" y="20621"/>
                    <a:pt x="3505" y="16868"/>
                  </a:cubicBezTo>
                  <a:cubicBezTo>
                    <a:pt x="2724" y="13106"/>
                    <a:pt x="1943" y="9353"/>
                    <a:pt x="0" y="0"/>
                  </a:cubicBezTo>
                  <a:lnTo>
                    <a:pt x="0" y="208559"/>
                  </a:lnTo>
                  <a:cubicBezTo>
                    <a:pt x="1943" y="217893"/>
                    <a:pt x="2724" y="221646"/>
                    <a:pt x="3495" y="225380"/>
                  </a:cubicBezTo>
                  <a:moveTo>
                    <a:pt x="1054617" y="242916"/>
                  </a:moveTo>
                  <a:lnTo>
                    <a:pt x="1058208" y="226037"/>
                  </a:lnTo>
                  <a:lnTo>
                    <a:pt x="1061799" y="209168"/>
                  </a:lnTo>
                  <a:lnTo>
                    <a:pt x="1061799" y="609"/>
                  </a:lnTo>
                  <a:lnTo>
                    <a:pt x="1058208" y="17478"/>
                  </a:lnTo>
                  <a:lnTo>
                    <a:pt x="1054617" y="34347"/>
                  </a:lnTo>
                  <a:lnTo>
                    <a:pt x="1054617" y="242916"/>
                  </a:lnTo>
                  <a:moveTo>
                    <a:pt x="972826" y="345462"/>
                  </a:moveTo>
                  <a:lnTo>
                    <a:pt x="989837" y="330774"/>
                  </a:lnTo>
                  <a:lnTo>
                    <a:pt x="1006849" y="316096"/>
                  </a:lnTo>
                  <a:lnTo>
                    <a:pt x="1006849" y="107527"/>
                  </a:lnTo>
                  <a:lnTo>
                    <a:pt x="989837" y="122215"/>
                  </a:lnTo>
                  <a:lnTo>
                    <a:pt x="972826" y="136902"/>
                  </a:lnTo>
                  <a:lnTo>
                    <a:pt x="972826" y="345462"/>
                  </a:lnTo>
                  <a:moveTo>
                    <a:pt x="814616" y="422519"/>
                  </a:moveTo>
                  <a:lnTo>
                    <a:pt x="842114" y="412565"/>
                  </a:lnTo>
                  <a:lnTo>
                    <a:pt x="869603" y="402612"/>
                  </a:lnTo>
                  <a:lnTo>
                    <a:pt x="869603" y="194043"/>
                  </a:lnTo>
                  <a:lnTo>
                    <a:pt x="842114" y="204006"/>
                  </a:lnTo>
                  <a:lnTo>
                    <a:pt x="814616" y="213960"/>
                  </a:lnTo>
                  <a:lnTo>
                    <a:pt x="814616" y="422519"/>
                  </a:lnTo>
                  <a:moveTo>
                    <a:pt x="1054617" y="34347"/>
                  </a:moveTo>
                  <a:lnTo>
                    <a:pt x="1061799" y="609"/>
                  </a:lnTo>
                  <a:cubicBezTo>
                    <a:pt x="1059808" y="9982"/>
                    <a:pt x="1059008" y="13725"/>
                    <a:pt x="1058208" y="17478"/>
                  </a:cubicBezTo>
                  <a:cubicBezTo>
                    <a:pt x="1057417" y="21221"/>
                    <a:pt x="1056617" y="24974"/>
                    <a:pt x="1054617" y="34347"/>
                  </a:cubicBez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4509601" y="3129170"/>
              <a:ext cx="821683" cy="369474"/>
            </a:xfrm>
            <a:custGeom>
              <a:avLst/>
              <a:gdLst/>
              <a:ahLst/>
              <a:cxnLst/>
              <a:rect l="0" t="0" r="0" b="0"/>
              <a:pathLst>
                <a:path w="821683" h="369474">
                  <a:moveTo>
                    <a:pt x="378694" y="369474"/>
                  </a:moveTo>
                  <a:lnTo>
                    <a:pt x="442245" y="369474"/>
                  </a:lnTo>
                  <a:lnTo>
                    <a:pt x="442245" y="160924"/>
                  </a:lnTo>
                  <a:lnTo>
                    <a:pt x="378694" y="160924"/>
                  </a:lnTo>
                  <a:lnTo>
                    <a:pt x="378694" y="369455"/>
                  </a:lnTo>
                  <a:moveTo>
                    <a:pt x="209997" y="344681"/>
                  </a:moveTo>
                  <a:lnTo>
                    <a:pt x="239010" y="351158"/>
                  </a:lnTo>
                  <a:lnTo>
                    <a:pt x="266909" y="357387"/>
                  </a:lnTo>
                  <a:lnTo>
                    <a:pt x="266909" y="205768"/>
                  </a:lnTo>
                  <a:lnTo>
                    <a:pt x="268023" y="149075"/>
                  </a:lnTo>
                  <a:lnTo>
                    <a:pt x="239010" y="142598"/>
                  </a:lnTo>
                  <a:lnTo>
                    <a:pt x="209997" y="136121"/>
                  </a:lnTo>
                  <a:lnTo>
                    <a:pt x="209997" y="344681"/>
                  </a:lnTo>
                  <a:moveTo>
                    <a:pt x="118510" y="102841"/>
                  </a:moveTo>
                  <a:lnTo>
                    <a:pt x="76038" y="79219"/>
                  </a:lnTo>
                  <a:lnTo>
                    <a:pt x="76038" y="149275"/>
                  </a:lnTo>
                  <a:lnTo>
                    <a:pt x="118510" y="102841"/>
                  </a:lnTo>
                  <a:moveTo>
                    <a:pt x="14449" y="22307"/>
                  </a:moveTo>
                  <a:cubicBezTo>
                    <a:pt x="9429" y="14563"/>
                    <a:pt x="7267" y="11229"/>
                    <a:pt x="0" y="0"/>
                  </a:cubicBezTo>
                  <a:lnTo>
                    <a:pt x="0" y="38842"/>
                  </a:lnTo>
                  <a:lnTo>
                    <a:pt x="19564" y="30213"/>
                  </a:lnTo>
                  <a:lnTo>
                    <a:pt x="14658" y="22631"/>
                  </a:lnTo>
                  <a:moveTo>
                    <a:pt x="811625" y="15878"/>
                  </a:moveTo>
                  <a:cubicBezTo>
                    <a:pt x="809120" y="19726"/>
                    <a:pt x="806548" y="23650"/>
                    <a:pt x="801976" y="30660"/>
                  </a:cubicBezTo>
                  <a:lnTo>
                    <a:pt x="821683" y="39395"/>
                  </a:lnTo>
                  <a:lnTo>
                    <a:pt x="821683" y="466"/>
                  </a:lnTo>
                  <a:cubicBezTo>
                    <a:pt x="816987" y="7667"/>
                    <a:pt x="814406" y="11610"/>
                    <a:pt x="811825" y="15563"/>
                  </a:cubicBezTo>
                  <a:moveTo>
                    <a:pt x="724042" y="91363"/>
                  </a:moveTo>
                  <a:lnTo>
                    <a:pt x="702706" y="103174"/>
                  </a:lnTo>
                  <a:lnTo>
                    <a:pt x="745283" y="149999"/>
                  </a:lnTo>
                  <a:lnTo>
                    <a:pt x="745283" y="79600"/>
                  </a:lnTo>
                  <a:lnTo>
                    <a:pt x="724042" y="91363"/>
                  </a:lnTo>
                  <a:moveTo>
                    <a:pt x="582025" y="351358"/>
                  </a:moveTo>
                  <a:lnTo>
                    <a:pt x="611066" y="344919"/>
                  </a:lnTo>
                  <a:lnTo>
                    <a:pt x="611066" y="136350"/>
                  </a:lnTo>
                  <a:lnTo>
                    <a:pt x="582025" y="142789"/>
                  </a:lnTo>
                  <a:lnTo>
                    <a:pt x="552973" y="149237"/>
                  </a:lnTo>
                  <a:lnTo>
                    <a:pt x="553831" y="205940"/>
                  </a:lnTo>
                  <a:lnTo>
                    <a:pt x="553831" y="357606"/>
                  </a:lnTo>
                  <a:lnTo>
                    <a:pt x="582025" y="351358"/>
                  </a:lnTo>
                  <a:moveTo>
                    <a:pt x="811825" y="15563"/>
                  </a:moveTo>
                  <a:cubicBezTo>
                    <a:pt x="811758" y="15668"/>
                    <a:pt x="811691" y="15773"/>
                    <a:pt x="811625" y="15878"/>
                  </a:cubicBez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4389700" y="2814474"/>
              <a:ext cx="1061799" cy="527646"/>
            </a:xfrm>
            <a:custGeom>
              <a:avLst/>
              <a:gdLst/>
              <a:ahLst/>
              <a:cxnLst/>
              <a:rect l="0" t="0" r="0" b="0"/>
              <a:pathLst>
                <a:path w="1061799" h="527646">
                  <a:moveTo>
                    <a:pt x="3505" y="292312"/>
                  </a:moveTo>
                  <a:cubicBezTo>
                    <a:pt x="4286" y="296065"/>
                    <a:pt x="5067" y="299808"/>
                    <a:pt x="7019" y="309191"/>
                  </a:cubicBezTo>
                  <a:lnTo>
                    <a:pt x="119957" y="314696"/>
                  </a:lnTo>
                  <a:cubicBezTo>
                    <a:pt x="127225" y="325926"/>
                    <a:pt x="129387" y="329260"/>
                    <a:pt x="134407" y="337004"/>
                  </a:cubicBezTo>
                  <a:cubicBezTo>
                    <a:pt x="134473" y="337118"/>
                    <a:pt x="134550" y="337223"/>
                    <a:pt x="134616" y="337327"/>
                  </a:cubicBezTo>
                  <a:lnTo>
                    <a:pt x="139531" y="344909"/>
                  </a:lnTo>
                  <a:lnTo>
                    <a:pt x="119957" y="353539"/>
                  </a:lnTo>
                  <a:lnTo>
                    <a:pt x="54444" y="382438"/>
                  </a:lnTo>
                  <a:lnTo>
                    <a:pt x="65465" y="391991"/>
                  </a:lnTo>
                  <a:cubicBezTo>
                    <a:pt x="65512" y="392029"/>
                    <a:pt x="65560" y="392077"/>
                    <a:pt x="65598" y="392115"/>
                  </a:cubicBezTo>
                  <a:cubicBezTo>
                    <a:pt x="72875" y="398430"/>
                    <a:pt x="74552" y="399888"/>
                    <a:pt x="88334" y="411841"/>
                  </a:cubicBezTo>
                  <a:lnTo>
                    <a:pt x="195995" y="393915"/>
                  </a:lnTo>
                  <a:lnTo>
                    <a:pt x="238477" y="417537"/>
                  </a:lnTo>
                  <a:lnTo>
                    <a:pt x="195995" y="463972"/>
                  </a:lnTo>
                  <a:lnTo>
                    <a:pt x="191300" y="469106"/>
                  </a:lnTo>
                  <a:cubicBezTo>
                    <a:pt x="201158" y="472687"/>
                    <a:pt x="207187" y="474878"/>
                    <a:pt x="211864" y="476583"/>
                  </a:cubicBezTo>
                  <a:cubicBezTo>
                    <a:pt x="221684" y="480155"/>
                    <a:pt x="225542" y="481555"/>
                    <a:pt x="246202" y="489080"/>
                  </a:cubicBezTo>
                  <a:lnTo>
                    <a:pt x="329955" y="450818"/>
                  </a:lnTo>
                  <a:cubicBezTo>
                    <a:pt x="343785" y="453904"/>
                    <a:pt x="351377" y="455599"/>
                    <a:pt x="358978" y="457295"/>
                  </a:cubicBezTo>
                  <a:cubicBezTo>
                    <a:pt x="366569" y="458990"/>
                    <a:pt x="374161" y="460676"/>
                    <a:pt x="387991" y="463762"/>
                  </a:cubicBezTo>
                  <a:lnTo>
                    <a:pt x="386867" y="520465"/>
                  </a:lnTo>
                  <a:cubicBezTo>
                    <a:pt x="405336" y="522436"/>
                    <a:pt x="412708" y="523227"/>
                    <a:pt x="420081" y="524008"/>
                  </a:cubicBezTo>
                  <a:cubicBezTo>
                    <a:pt x="427453" y="524798"/>
                    <a:pt x="434835" y="525589"/>
                    <a:pt x="453285" y="527561"/>
                  </a:cubicBezTo>
                  <a:lnTo>
                    <a:pt x="498652" y="475583"/>
                  </a:lnTo>
                  <a:cubicBezTo>
                    <a:pt x="513969" y="475592"/>
                    <a:pt x="522303" y="475602"/>
                    <a:pt x="530713" y="475602"/>
                  </a:cubicBezTo>
                  <a:cubicBezTo>
                    <a:pt x="538934" y="475611"/>
                    <a:pt x="547239" y="475611"/>
                    <a:pt x="562213" y="475621"/>
                  </a:cubicBezTo>
                  <a:lnTo>
                    <a:pt x="607352" y="527646"/>
                  </a:lnTo>
                  <a:cubicBezTo>
                    <a:pt x="635365" y="524694"/>
                    <a:pt x="637860" y="524427"/>
                    <a:pt x="653548" y="522770"/>
                  </a:cubicBezTo>
                  <a:cubicBezTo>
                    <a:pt x="658548" y="522246"/>
                    <a:pt x="664883" y="521569"/>
                    <a:pt x="673798" y="520626"/>
                  </a:cubicBezTo>
                  <a:lnTo>
                    <a:pt x="672941" y="463934"/>
                  </a:lnTo>
                  <a:cubicBezTo>
                    <a:pt x="686781" y="460857"/>
                    <a:pt x="694382" y="459171"/>
                    <a:pt x="701982" y="457485"/>
                  </a:cubicBezTo>
                  <a:cubicBezTo>
                    <a:pt x="709583" y="455799"/>
                    <a:pt x="717184" y="454113"/>
                    <a:pt x="731034" y="451046"/>
                  </a:cubicBezTo>
                  <a:lnTo>
                    <a:pt x="814616" y="489404"/>
                  </a:lnTo>
                  <a:cubicBezTo>
                    <a:pt x="829903" y="483869"/>
                    <a:pt x="836009" y="481660"/>
                    <a:pt x="842114" y="479450"/>
                  </a:cubicBezTo>
                  <a:cubicBezTo>
                    <a:pt x="848220" y="477231"/>
                    <a:pt x="854325" y="475021"/>
                    <a:pt x="869603" y="469487"/>
                  </a:cubicBezTo>
                  <a:lnTo>
                    <a:pt x="865241" y="464696"/>
                  </a:lnTo>
                  <a:lnTo>
                    <a:pt x="822664" y="417861"/>
                  </a:lnTo>
                  <a:cubicBezTo>
                    <a:pt x="832837" y="412232"/>
                    <a:pt x="838419" y="409146"/>
                    <a:pt x="844000" y="406050"/>
                  </a:cubicBezTo>
                  <a:cubicBezTo>
                    <a:pt x="849553" y="402974"/>
                    <a:pt x="855125" y="399897"/>
                    <a:pt x="865241" y="394287"/>
                  </a:cubicBezTo>
                  <a:lnTo>
                    <a:pt x="972826" y="412346"/>
                  </a:lnTo>
                  <a:cubicBezTo>
                    <a:pt x="982275" y="404183"/>
                    <a:pt x="986056" y="400916"/>
                    <a:pt x="989837" y="397659"/>
                  </a:cubicBezTo>
                  <a:cubicBezTo>
                    <a:pt x="993609" y="394401"/>
                    <a:pt x="997391" y="391134"/>
                    <a:pt x="1006849" y="382971"/>
                  </a:cubicBezTo>
                  <a:lnTo>
                    <a:pt x="941651" y="354082"/>
                  </a:lnTo>
                  <a:lnTo>
                    <a:pt x="921943" y="345357"/>
                  </a:lnTo>
                  <a:cubicBezTo>
                    <a:pt x="926515" y="338347"/>
                    <a:pt x="929078" y="334422"/>
                    <a:pt x="931592" y="330565"/>
                  </a:cubicBezTo>
                  <a:cubicBezTo>
                    <a:pt x="931659" y="330469"/>
                    <a:pt x="931725" y="330365"/>
                    <a:pt x="931792" y="330260"/>
                  </a:cubicBezTo>
                  <a:cubicBezTo>
                    <a:pt x="934373" y="326307"/>
                    <a:pt x="936945" y="322364"/>
                    <a:pt x="941651" y="315163"/>
                  </a:cubicBezTo>
                  <a:lnTo>
                    <a:pt x="1054617" y="309791"/>
                  </a:lnTo>
                  <a:cubicBezTo>
                    <a:pt x="1056617" y="300418"/>
                    <a:pt x="1057417" y="296665"/>
                    <a:pt x="1058208" y="292922"/>
                  </a:cubicBezTo>
                  <a:cubicBezTo>
                    <a:pt x="1059008" y="289169"/>
                    <a:pt x="1059808" y="285426"/>
                    <a:pt x="1061799" y="276044"/>
                  </a:cubicBezTo>
                  <a:lnTo>
                    <a:pt x="1045873" y="273529"/>
                  </a:lnTo>
                  <a:lnTo>
                    <a:pt x="953604" y="258937"/>
                  </a:lnTo>
                  <a:cubicBezTo>
                    <a:pt x="952042" y="251412"/>
                    <a:pt x="951176" y="247278"/>
                    <a:pt x="950318" y="243144"/>
                  </a:cubicBezTo>
                  <a:cubicBezTo>
                    <a:pt x="949461" y="239010"/>
                    <a:pt x="948604" y="234876"/>
                    <a:pt x="947032" y="227352"/>
                  </a:cubicBezTo>
                  <a:lnTo>
                    <a:pt x="1045873" y="199482"/>
                  </a:lnTo>
                  <a:cubicBezTo>
                    <a:pt x="1040063" y="190519"/>
                    <a:pt x="1037739" y="186928"/>
                    <a:pt x="1035415" y="183346"/>
                  </a:cubicBezTo>
                  <a:cubicBezTo>
                    <a:pt x="1033091" y="179765"/>
                    <a:pt x="1030776" y="176174"/>
                    <a:pt x="1024956" y="167201"/>
                  </a:cubicBezTo>
                  <a:lnTo>
                    <a:pt x="948080" y="171526"/>
                  </a:lnTo>
                  <a:lnTo>
                    <a:pt x="912190" y="173555"/>
                  </a:lnTo>
                  <a:cubicBezTo>
                    <a:pt x="904827" y="167163"/>
                    <a:pt x="900703" y="163582"/>
                    <a:pt x="896654" y="160067"/>
                  </a:cubicBezTo>
                  <a:cubicBezTo>
                    <a:pt x="896550" y="159981"/>
                    <a:pt x="896454" y="159896"/>
                    <a:pt x="896350" y="159810"/>
                  </a:cubicBezTo>
                  <a:cubicBezTo>
                    <a:pt x="892197" y="156200"/>
                    <a:pt x="888044" y="152600"/>
                    <a:pt x="880481" y="146037"/>
                  </a:cubicBezTo>
                  <a:lnTo>
                    <a:pt x="948080" y="100498"/>
                  </a:lnTo>
                  <a:lnTo>
                    <a:pt x="934107" y="92725"/>
                  </a:lnTo>
                  <a:cubicBezTo>
                    <a:pt x="923515" y="86829"/>
                    <a:pt x="921743" y="85848"/>
                    <a:pt x="902693" y="75247"/>
                  </a:cubicBezTo>
                  <a:lnTo>
                    <a:pt x="804843" y="103974"/>
                  </a:lnTo>
                  <a:cubicBezTo>
                    <a:pt x="798233" y="101565"/>
                    <a:pt x="793222" y="99745"/>
                    <a:pt x="788965" y="98193"/>
                  </a:cubicBezTo>
                  <a:cubicBezTo>
                    <a:pt x="784945" y="96726"/>
                    <a:pt x="781583" y="95507"/>
                    <a:pt x="778154" y="94259"/>
                  </a:cubicBezTo>
                  <a:cubicBezTo>
                    <a:pt x="771753" y="91925"/>
                    <a:pt x="765105" y="89506"/>
                    <a:pt x="753465" y="85277"/>
                  </a:cubicBezTo>
                  <a:lnTo>
                    <a:pt x="778154" y="29927"/>
                  </a:lnTo>
                  <a:lnTo>
                    <a:pt x="716146" y="16087"/>
                  </a:lnTo>
                  <a:lnTo>
                    <a:pt x="650138" y="62217"/>
                  </a:lnTo>
                  <a:cubicBezTo>
                    <a:pt x="635327" y="60636"/>
                    <a:pt x="627192" y="59769"/>
                    <a:pt x="619058" y="58893"/>
                  </a:cubicBezTo>
                  <a:cubicBezTo>
                    <a:pt x="610923" y="58026"/>
                    <a:pt x="602799" y="57159"/>
                    <a:pt x="587978" y="55578"/>
                  </a:cubicBezTo>
                  <a:lnTo>
                    <a:pt x="565480" y="0"/>
                  </a:lnTo>
                  <a:lnTo>
                    <a:pt x="497566" y="0"/>
                  </a:lnTo>
                  <a:lnTo>
                    <a:pt x="474830" y="55521"/>
                  </a:lnTo>
                  <a:cubicBezTo>
                    <a:pt x="445188" y="58645"/>
                    <a:pt x="442283" y="58950"/>
                    <a:pt x="412642" y="62083"/>
                  </a:cubicBezTo>
                  <a:lnTo>
                    <a:pt x="346843" y="15887"/>
                  </a:lnTo>
                  <a:lnTo>
                    <a:pt x="284768" y="29651"/>
                  </a:lnTo>
                  <a:lnTo>
                    <a:pt x="309210" y="85020"/>
                  </a:lnTo>
                  <a:cubicBezTo>
                    <a:pt x="297732" y="89182"/>
                    <a:pt x="291093" y="91582"/>
                    <a:pt x="284768" y="93868"/>
                  </a:cubicBezTo>
                  <a:cubicBezTo>
                    <a:pt x="277587" y="96478"/>
                    <a:pt x="270795" y="98936"/>
                    <a:pt x="257746" y="103660"/>
                  </a:cubicBezTo>
                  <a:lnTo>
                    <a:pt x="160029" y="74828"/>
                  </a:lnTo>
                  <a:lnTo>
                    <a:pt x="148466" y="81229"/>
                  </a:lnTo>
                  <a:cubicBezTo>
                    <a:pt x="135569" y="88363"/>
                    <a:pt x="135007" y="88677"/>
                    <a:pt x="114528" y="100012"/>
                  </a:cubicBezTo>
                  <a:lnTo>
                    <a:pt x="181927" y="145637"/>
                  </a:lnTo>
                  <a:cubicBezTo>
                    <a:pt x="174564" y="151980"/>
                    <a:pt x="170430" y="155562"/>
                    <a:pt x="166382" y="159048"/>
                  </a:cubicBezTo>
                  <a:cubicBezTo>
                    <a:pt x="166258" y="159153"/>
                    <a:pt x="166135" y="159267"/>
                    <a:pt x="166001" y="159372"/>
                  </a:cubicBezTo>
                  <a:cubicBezTo>
                    <a:pt x="165877" y="159486"/>
                    <a:pt x="165754" y="159591"/>
                    <a:pt x="165620" y="159705"/>
                  </a:cubicBezTo>
                  <a:cubicBezTo>
                    <a:pt x="161582" y="163191"/>
                    <a:pt x="157438" y="166763"/>
                    <a:pt x="150085" y="173116"/>
                  </a:cubicBezTo>
                  <a:lnTo>
                    <a:pt x="114528" y="171068"/>
                  </a:lnTo>
                  <a:lnTo>
                    <a:pt x="37347" y="166630"/>
                  </a:lnTo>
                  <a:cubicBezTo>
                    <a:pt x="30213" y="177555"/>
                    <a:pt x="28298" y="180489"/>
                    <a:pt x="25250" y="185165"/>
                  </a:cubicBezTo>
                  <a:cubicBezTo>
                    <a:pt x="23288" y="188166"/>
                    <a:pt x="20859" y="191881"/>
                    <a:pt x="16287" y="198891"/>
                  </a:cubicBezTo>
                  <a:lnTo>
                    <a:pt x="114985" y="226875"/>
                  </a:lnTo>
                  <a:cubicBezTo>
                    <a:pt x="113385" y="234400"/>
                    <a:pt x="112509" y="238525"/>
                    <a:pt x="111633" y="242658"/>
                  </a:cubicBezTo>
                  <a:cubicBezTo>
                    <a:pt x="110747" y="246792"/>
                    <a:pt x="109870" y="250926"/>
                    <a:pt x="108270" y="258451"/>
                  </a:cubicBezTo>
                  <a:lnTo>
                    <a:pt x="16287" y="272881"/>
                  </a:lnTo>
                  <a:lnTo>
                    <a:pt x="0" y="275434"/>
                  </a:lnTo>
                  <a:cubicBezTo>
                    <a:pt x="1943" y="284797"/>
                    <a:pt x="2724" y="288550"/>
                    <a:pt x="3505" y="292284"/>
                  </a:cubicBezTo>
                  <a:moveTo>
                    <a:pt x="738987" y="264023"/>
                  </a:moveTo>
                  <a:cubicBezTo>
                    <a:pt x="738987" y="321525"/>
                    <a:pt x="645604" y="368131"/>
                    <a:pt x="530418" y="368131"/>
                  </a:cubicBezTo>
                  <a:cubicBezTo>
                    <a:pt x="415232" y="368131"/>
                    <a:pt x="321859" y="321525"/>
                    <a:pt x="321859" y="264023"/>
                  </a:cubicBezTo>
                  <a:cubicBezTo>
                    <a:pt x="321859" y="206530"/>
                    <a:pt x="415232" y="159915"/>
                    <a:pt x="530418" y="159915"/>
                  </a:cubicBezTo>
                  <a:cubicBezTo>
                    <a:pt x="645604" y="159915"/>
                    <a:pt x="738987" y="206530"/>
                    <a:pt x="738987" y="264023"/>
                  </a:cubicBezTo>
                  <a:moveTo>
                    <a:pt x="166382" y="159048"/>
                  </a:moveTo>
                  <a:lnTo>
                    <a:pt x="165620" y="159705"/>
                  </a:ln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389700" y="2814436"/>
            <a:ext cx="1061799" cy="736248"/>
            <a:chOff x="4389700" y="2814436"/>
            <a:chExt cx="1061799" cy="736248"/>
          </a:xfrm>
        </p:grpSpPr>
        <p:sp>
          <p:nvSpPr>
            <p:cNvPr id="65" name="Rounded Rectangle 64"/>
            <p:cNvSpPr/>
            <p:nvPr/>
          </p:nvSpPr>
          <p:spPr>
            <a:xfrm>
              <a:off x="4396650" y="2844122"/>
              <a:ext cx="1047607" cy="706558"/>
            </a:xfrm>
            <a:custGeom>
              <a:avLst/>
              <a:gdLst/>
              <a:ahLst/>
              <a:cxnLst/>
              <a:rect l="0" t="0" r="0" b="0"/>
              <a:pathLst>
                <a:path w="1047607" h="706558">
                  <a:moveTo>
                    <a:pt x="523409" y="130274"/>
                  </a:moveTo>
                  <a:cubicBezTo>
                    <a:pt x="408223" y="130274"/>
                    <a:pt x="314844" y="176886"/>
                    <a:pt x="314844" y="234382"/>
                  </a:cubicBezTo>
                  <a:cubicBezTo>
                    <a:pt x="314844" y="275889"/>
                    <a:pt x="363509" y="311724"/>
                    <a:pt x="433911" y="328445"/>
                  </a:cubicBezTo>
                  <a:cubicBezTo>
                    <a:pt x="461032" y="322004"/>
                    <a:pt x="491378" y="318398"/>
                    <a:pt x="523411" y="318398"/>
                  </a:cubicBezTo>
                  <a:cubicBezTo>
                    <a:pt x="555442" y="318398"/>
                    <a:pt x="585788" y="322003"/>
                    <a:pt x="612907" y="328444"/>
                  </a:cubicBezTo>
                  <a:cubicBezTo>
                    <a:pt x="683310" y="311723"/>
                    <a:pt x="731973" y="275889"/>
                    <a:pt x="731973" y="234382"/>
                  </a:cubicBezTo>
                  <a:cubicBezTo>
                    <a:pt x="731973" y="176886"/>
                    <a:pt x="638593" y="130274"/>
                    <a:pt x="523409" y="130274"/>
                  </a:cubicBezTo>
                  <a:close/>
                  <a:moveTo>
                    <a:pt x="188982" y="364261"/>
                  </a:moveTo>
                  <a:lnTo>
                    <a:pt x="81322" y="382190"/>
                  </a:lnTo>
                  <a:lnTo>
                    <a:pt x="81322" y="590752"/>
                  </a:lnTo>
                  <a:lnTo>
                    <a:pt x="184286" y="573606"/>
                  </a:lnTo>
                  <a:lnTo>
                    <a:pt x="184286" y="439452"/>
                  </a:lnTo>
                  <a:lnTo>
                    <a:pt x="188982" y="434318"/>
                  </a:lnTo>
                  <a:close/>
                  <a:moveTo>
                    <a:pt x="112947" y="285047"/>
                  </a:moveTo>
                  <a:lnTo>
                    <a:pt x="0" y="279546"/>
                  </a:lnTo>
                  <a:lnTo>
                    <a:pt x="6" y="488101"/>
                  </a:lnTo>
                  <a:lnTo>
                    <a:pt x="47435" y="490418"/>
                  </a:lnTo>
                  <a:lnTo>
                    <a:pt x="47435" y="352783"/>
                  </a:lnTo>
                  <a:lnTo>
                    <a:pt x="112947" y="323891"/>
                  </a:lnTo>
                  <a:close/>
                  <a:moveTo>
                    <a:pt x="107976" y="197221"/>
                  </a:moveTo>
                  <a:lnTo>
                    <a:pt x="9273" y="169240"/>
                  </a:lnTo>
                  <a:lnTo>
                    <a:pt x="9273" y="243232"/>
                  </a:lnTo>
                  <a:lnTo>
                    <a:pt x="101259" y="228800"/>
                  </a:lnTo>
                  <a:lnTo>
                    <a:pt x="104618" y="213010"/>
                  </a:lnTo>
                  <a:close/>
                  <a:moveTo>
                    <a:pt x="174913" y="115983"/>
                  </a:moveTo>
                  <a:lnTo>
                    <a:pt x="107513" y="70366"/>
                  </a:lnTo>
                  <a:lnTo>
                    <a:pt x="107513" y="141420"/>
                  </a:lnTo>
                  <a:lnTo>
                    <a:pt x="143069" y="143465"/>
                  </a:lnTo>
                  <a:cubicBezTo>
                    <a:pt x="150414" y="137126"/>
                    <a:pt x="154553" y="133554"/>
                    <a:pt x="158590" y="130071"/>
                  </a:cubicBezTo>
                  <a:lnTo>
                    <a:pt x="158612" y="130052"/>
                  </a:lnTo>
                  <a:lnTo>
                    <a:pt x="158991" y="129724"/>
                  </a:lnTo>
                  <a:lnTo>
                    <a:pt x="159371" y="129398"/>
                  </a:lnTo>
                  <a:cubicBezTo>
                    <a:pt x="163413" y="125908"/>
                    <a:pt x="167555" y="122334"/>
                    <a:pt x="174913" y="115983"/>
                  </a:cubicBezTo>
                  <a:close/>
                  <a:moveTo>
                    <a:pt x="302195" y="55371"/>
                  </a:moveTo>
                  <a:lnTo>
                    <a:pt x="277758" y="0"/>
                  </a:lnTo>
                  <a:lnTo>
                    <a:pt x="277758" y="64221"/>
                  </a:lnTo>
                  <a:close/>
                  <a:moveTo>
                    <a:pt x="322945" y="629730"/>
                  </a:moveTo>
                  <a:lnTo>
                    <a:pt x="239187" y="667989"/>
                  </a:lnTo>
                  <a:lnTo>
                    <a:pt x="239187" y="459427"/>
                  </a:lnTo>
                  <a:lnTo>
                    <a:pt x="322945" y="421168"/>
                  </a:lnTo>
                  <a:close/>
                  <a:moveTo>
                    <a:pt x="491640" y="654497"/>
                  </a:moveTo>
                  <a:lnTo>
                    <a:pt x="446273" y="706472"/>
                  </a:lnTo>
                  <a:lnTo>
                    <a:pt x="446273" y="497909"/>
                  </a:lnTo>
                  <a:lnTo>
                    <a:pt x="491640" y="445935"/>
                  </a:lnTo>
                  <a:close/>
                  <a:moveTo>
                    <a:pt x="600336" y="706558"/>
                  </a:moveTo>
                  <a:lnTo>
                    <a:pt x="555200" y="654533"/>
                  </a:lnTo>
                  <a:lnTo>
                    <a:pt x="555200" y="445971"/>
                  </a:lnTo>
                  <a:lnTo>
                    <a:pt x="600336" y="497996"/>
                  </a:lnTo>
                  <a:close/>
                  <a:moveTo>
                    <a:pt x="807604" y="668313"/>
                  </a:moveTo>
                  <a:lnTo>
                    <a:pt x="724018" y="629960"/>
                  </a:lnTo>
                  <a:lnTo>
                    <a:pt x="724018" y="421397"/>
                  </a:lnTo>
                  <a:lnTo>
                    <a:pt x="807604" y="459750"/>
                  </a:lnTo>
                  <a:close/>
                  <a:moveTo>
                    <a:pt x="965809" y="382693"/>
                  </a:moveTo>
                  <a:lnTo>
                    <a:pt x="858233" y="364640"/>
                  </a:lnTo>
                  <a:lnTo>
                    <a:pt x="858233" y="435042"/>
                  </a:lnTo>
                  <a:lnTo>
                    <a:pt x="862594" y="439838"/>
                  </a:lnTo>
                  <a:lnTo>
                    <a:pt x="862594" y="573935"/>
                  </a:lnTo>
                  <a:lnTo>
                    <a:pt x="965809" y="591254"/>
                  </a:lnTo>
                  <a:close/>
                  <a:moveTo>
                    <a:pt x="1047607" y="280142"/>
                  </a:moveTo>
                  <a:lnTo>
                    <a:pt x="934633" y="285513"/>
                  </a:lnTo>
                  <a:lnTo>
                    <a:pt x="934633" y="324436"/>
                  </a:lnTo>
                  <a:lnTo>
                    <a:pt x="999834" y="353323"/>
                  </a:lnTo>
                  <a:lnTo>
                    <a:pt x="999834" y="490976"/>
                  </a:lnTo>
                  <a:lnTo>
                    <a:pt x="1047607" y="488705"/>
                  </a:lnTo>
                  <a:close/>
                  <a:moveTo>
                    <a:pt x="943307" y="213492"/>
                  </a:moveTo>
                  <a:lnTo>
                    <a:pt x="946592" y="229285"/>
                  </a:lnTo>
                  <a:lnTo>
                    <a:pt x="1038858" y="243879"/>
                  </a:lnTo>
                  <a:lnTo>
                    <a:pt x="1038858" y="169834"/>
                  </a:lnTo>
                  <a:lnTo>
                    <a:pt x="940021" y="197699"/>
                  </a:lnTo>
                  <a:close/>
                  <a:moveTo>
                    <a:pt x="873464" y="116383"/>
                  </a:moveTo>
                  <a:cubicBezTo>
                    <a:pt x="881029" y="122950"/>
                    <a:pt x="885180" y="126551"/>
                    <a:pt x="889336" y="130155"/>
                  </a:cubicBezTo>
                  <a:lnTo>
                    <a:pt x="889638" y="130417"/>
                  </a:lnTo>
                  <a:lnTo>
                    <a:pt x="889710" y="130480"/>
                  </a:lnTo>
                  <a:cubicBezTo>
                    <a:pt x="893734" y="133971"/>
                    <a:pt x="897858" y="137548"/>
                    <a:pt x="905178" y="143902"/>
                  </a:cubicBezTo>
                  <a:lnTo>
                    <a:pt x="941070" y="141880"/>
                  </a:lnTo>
                  <a:lnTo>
                    <a:pt x="941070" y="70843"/>
                  </a:lnTo>
                  <a:close/>
                  <a:moveTo>
                    <a:pt x="771141" y="279"/>
                  </a:moveTo>
                  <a:lnTo>
                    <a:pt x="746455" y="55623"/>
                  </a:lnTo>
                  <a:lnTo>
                    <a:pt x="771141" y="64606"/>
                  </a:lnTo>
                  <a:close/>
                  <a:moveTo>
                    <a:pt x="946592" y="229285"/>
                  </a:moveTo>
                  <a:cubicBezTo>
                    <a:pt x="945026" y="221758"/>
                    <a:pt x="944166" y="217625"/>
                    <a:pt x="943307" y="213492"/>
                  </a:cubicBezTo>
                  <a:cubicBezTo>
                    <a:pt x="942448" y="209359"/>
                    <a:pt x="941588" y="205226"/>
                    <a:pt x="940021" y="197699"/>
                  </a:cubicBezTo>
                  <a:moveTo>
                    <a:pt x="889710" y="130480"/>
                  </a:moveTo>
                  <a:cubicBezTo>
                    <a:pt x="889685" y="130459"/>
                    <a:pt x="889662" y="130438"/>
                    <a:pt x="889638" y="130417"/>
                  </a:cubicBezTo>
                  <a:cubicBezTo>
                    <a:pt x="889537" y="130330"/>
                    <a:pt x="889436" y="130244"/>
                    <a:pt x="889336" y="130155"/>
                  </a:cubicBezTo>
                  <a:moveTo>
                    <a:pt x="771141" y="64606"/>
                  </a:moveTo>
                  <a:cubicBezTo>
                    <a:pt x="764740" y="62276"/>
                    <a:pt x="758090" y="59856"/>
                    <a:pt x="746455" y="55623"/>
                  </a:cubicBezTo>
                  <a:moveTo>
                    <a:pt x="302195" y="55371"/>
                  </a:moveTo>
                  <a:cubicBezTo>
                    <a:pt x="290717" y="59528"/>
                    <a:pt x="284082" y="61932"/>
                    <a:pt x="277758" y="64221"/>
                  </a:cubicBezTo>
                  <a:moveTo>
                    <a:pt x="107976" y="197221"/>
                  </a:moveTo>
                  <a:cubicBezTo>
                    <a:pt x="106376" y="204746"/>
                    <a:pt x="105496" y="208878"/>
                    <a:pt x="104618" y="213010"/>
                  </a:cubicBezTo>
                  <a:cubicBezTo>
                    <a:pt x="103738" y="217142"/>
                    <a:pt x="102859" y="221275"/>
                    <a:pt x="101259" y="228800"/>
                  </a:cubicBezTo>
                  <a:moveTo>
                    <a:pt x="159371" y="129398"/>
                  </a:moveTo>
                  <a:cubicBezTo>
                    <a:pt x="159244" y="129507"/>
                    <a:pt x="159117" y="129616"/>
                    <a:pt x="158991" y="129724"/>
                  </a:cubicBezTo>
                  <a:cubicBezTo>
                    <a:pt x="158864" y="129833"/>
                    <a:pt x="158738" y="129942"/>
                    <a:pt x="158612" y="130052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4389700" y="3089914"/>
              <a:ext cx="1061799" cy="460770"/>
            </a:xfrm>
            <a:custGeom>
              <a:avLst/>
              <a:gdLst/>
              <a:ahLst/>
              <a:cxnLst/>
              <a:rect l="0" t="0" r="0" b="0"/>
              <a:pathLst>
                <a:path w="1061799" h="460770">
                  <a:moveTo>
                    <a:pt x="607349" y="460770"/>
                  </a:moveTo>
                  <a:cubicBezTo>
                    <a:pt x="635366" y="457814"/>
                    <a:pt x="637863" y="457550"/>
                    <a:pt x="653550" y="455893"/>
                  </a:cubicBezTo>
                  <a:lnTo>
                    <a:pt x="673798" y="453754"/>
                  </a:lnTo>
                  <a:lnTo>
                    <a:pt x="673798" y="396862"/>
                  </a:lnTo>
                  <a:lnTo>
                    <a:pt x="673798" y="245192"/>
                  </a:lnTo>
                  <a:lnTo>
                    <a:pt x="653550" y="247331"/>
                  </a:lnTo>
                  <a:cubicBezTo>
                    <a:pt x="637863" y="248988"/>
                    <a:pt x="635366" y="249252"/>
                    <a:pt x="607349" y="252208"/>
                  </a:cubicBezTo>
                  <a:close/>
                  <a:moveTo>
                    <a:pt x="386868" y="453589"/>
                  </a:moveTo>
                  <a:lnTo>
                    <a:pt x="420081" y="457135"/>
                  </a:lnTo>
                  <a:lnTo>
                    <a:pt x="453286" y="460683"/>
                  </a:lnTo>
                  <a:lnTo>
                    <a:pt x="453286" y="252121"/>
                  </a:lnTo>
                  <a:lnTo>
                    <a:pt x="420081" y="248573"/>
                  </a:lnTo>
                  <a:lnTo>
                    <a:pt x="386868" y="245027"/>
                  </a:lnTo>
                  <a:lnTo>
                    <a:pt x="386868" y="396640"/>
                  </a:lnTo>
                  <a:close/>
                  <a:moveTo>
                    <a:pt x="191300" y="402226"/>
                  </a:moveTo>
                  <a:lnTo>
                    <a:pt x="211866" y="409707"/>
                  </a:lnTo>
                  <a:cubicBezTo>
                    <a:pt x="221681" y="413279"/>
                    <a:pt x="225539" y="414682"/>
                    <a:pt x="246201" y="422200"/>
                  </a:cubicBezTo>
                  <a:lnTo>
                    <a:pt x="246201" y="213638"/>
                  </a:lnTo>
                  <a:cubicBezTo>
                    <a:pt x="225539" y="206119"/>
                    <a:pt x="221681" y="204716"/>
                    <a:pt x="211866" y="201145"/>
                  </a:cubicBezTo>
                  <a:lnTo>
                    <a:pt x="191300" y="193663"/>
                  </a:lnTo>
                  <a:lnTo>
                    <a:pt x="191300" y="327817"/>
                  </a:lnTo>
                  <a:close/>
                  <a:moveTo>
                    <a:pt x="54449" y="315557"/>
                  </a:moveTo>
                  <a:lnTo>
                    <a:pt x="65461" y="325115"/>
                  </a:lnTo>
                  <a:lnTo>
                    <a:pt x="65602" y="325238"/>
                  </a:lnTo>
                  <a:cubicBezTo>
                    <a:pt x="72879" y="331554"/>
                    <a:pt x="74556" y="333008"/>
                    <a:pt x="88336" y="344963"/>
                  </a:cubicBezTo>
                  <a:lnTo>
                    <a:pt x="88336" y="136401"/>
                  </a:lnTo>
                  <a:cubicBezTo>
                    <a:pt x="74556" y="124445"/>
                    <a:pt x="72879" y="122991"/>
                    <a:pt x="65602" y="116675"/>
                  </a:cubicBezTo>
                  <a:lnTo>
                    <a:pt x="65461" y="116552"/>
                  </a:lnTo>
                  <a:lnTo>
                    <a:pt x="54449" y="106994"/>
                  </a:lnTo>
                  <a:lnTo>
                    <a:pt x="54449" y="244630"/>
                  </a:lnTo>
                  <a:close/>
                  <a:moveTo>
                    <a:pt x="3509" y="225437"/>
                  </a:moveTo>
                  <a:cubicBezTo>
                    <a:pt x="4289" y="229184"/>
                    <a:pt x="5068" y="232933"/>
                    <a:pt x="7020" y="242312"/>
                  </a:cubicBezTo>
                  <a:lnTo>
                    <a:pt x="7013" y="33757"/>
                  </a:lnTo>
                  <a:lnTo>
                    <a:pt x="7020" y="33750"/>
                  </a:lnTo>
                  <a:cubicBezTo>
                    <a:pt x="5068" y="24370"/>
                    <a:pt x="4289" y="20623"/>
                    <a:pt x="3509" y="16875"/>
                  </a:cubicBezTo>
                  <a:lnTo>
                    <a:pt x="3503" y="16847"/>
                  </a:lnTo>
                  <a:cubicBezTo>
                    <a:pt x="2727" y="13108"/>
                    <a:pt x="1946" y="9355"/>
                    <a:pt x="0" y="0"/>
                  </a:cubicBezTo>
                  <a:lnTo>
                    <a:pt x="0" y="208562"/>
                  </a:lnTo>
                  <a:cubicBezTo>
                    <a:pt x="1941" y="217894"/>
                    <a:pt x="2722" y="221652"/>
                    <a:pt x="3498" y="225380"/>
                  </a:cubicBezTo>
                  <a:close/>
                  <a:moveTo>
                    <a:pt x="1054621" y="242916"/>
                  </a:moveTo>
                  <a:lnTo>
                    <a:pt x="1058210" y="226043"/>
                  </a:lnTo>
                  <a:lnTo>
                    <a:pt x="1061799" y="209171"/>
                  </a:lnTo>
                  <a:lnTo>
                    <a:pt x="1061799" y="609"/>
                  </a:lnTo>
                  <a:lnTo>
                    <a:pt x="1058210" y="17481"/>
                  </a:lnTo>
                  <a:lnTo>
                    <a:pt x="1054621" y="34354"/>
                  </a:lnTo>
                  <a:close/>
                  <a:moveTo>
                    <a:pt x="972823" y="345466"/>
                  </a:moveTo>
                  <a:lnTo>
                    <a:pt x="989835" y="330781"/>
                  </a:lnTo>
                  <a:lnTo>
                    <a:pt x="1006847" y="316097"/>
                  </a:lnTo>
                  <a:lnTo>
                    <a:pt x="1006847" y="245187"/>
                  </a:lnTo>
                  <a:lnTo>
                    <a:pt x="1006847" y="107534"/>
                  </a:lnTo>
                  <a:lnTo>
                    <a:pt x="989835" y="122220"/>
                  </a:lnTo>
                  <a:lnTo>
                    <a:pt x="972823" y="136904"/>
                  </a:lnTo>
                  <a:close/>
                  <a:moveTo>
                    <a:pt x="814617" y="422524"/>
                  </a:moveTo>
                  <a:lnTo>
                    <a:pt x="842111" y="412569"/>
                  </a:lnTo>
                  <a:lnTo>
                    <a:pt x="869608" y="402612"/>
                  </a:lnTo>
                  <a:lnTo>
                    <a:pt x="869608" y="328146"/>
                  </a:lnTo>
                  <a:lnTo>
                    <a:pt x="869608" y="194049"/>
                  </a:lnTo>
                  <a:lnTo>
                    <a:pt x="842111" y="204007"/>
                  </a:lnTo>
                  <a:lnTo>
                    <a:pt x="814617" y="213963"/>
                  </a:lnTo>
                  <a:close/>
                  <a:moveTo>
                    <a:pt x="3509" y="225437"/>
                  </a:moveTo>
                  <a:cubicBezTo>
                    <a:pt x="3506" y="225419"/>
                    <a:pt x="3502" y="225399"/>
                    <a:pt x="3498" y="225380"/>
                  </a:cubicBezTo>
                  <a:moveTo>
                    <a:pt x="65602" y="325238"/>
                  </a:moveTo>
                  <a:cubicBezTo>
                    <a:pt x="65556" y="325197"/>
                    <a:pt x="65509" y="325156"/>
                    <a:pt x="65461" y="325115"/>
                  </a:cubicBezTo>
                  <a:moveTo>
                    <a:pt x="211866" y="409707"/>
                  </a:moveTo>
                  <a:cubicBezTo>
                    <a:pt x="207186" y="408005"/>
                    <a:pt x="201153" y="405811"/>
                    <a:pt x="191300" y="402226"/>
                  </a:cubicBezTo>
                  <a:moveTo>
                    <a:pt x="453286" y="460683"/>
                  </a:moveTo>
                  <a:cubicBezTo>
                    <a:pt x="434830" y="458711"/>
                    <a:pt x="427455" y="457923"/>
                    <a:pt x="420081" y="457135"/>
                  </a:cubicBezTo>
                  <a:cubicBezTo>
                    <a:pt x="412706" y="456347"/>
                    <a:pt x="405331" y="455560"/>
                    <a:pt x="386868" y="453589"/>
                  </a:cubicBezTo>
                  <a:moveTo>
                    <a:pt x="673798" y="453754"/>
                  </a:moveTo>
                  <a:cubicBezTo>
                    <a:pt x="664878" y="454696"/>
                    <a:pt x="658545" y="455365"/>
                    <a:pt x="653550" y="455893"/>
                  </a:cubicBezTo>
                  <a:moveTo>
                    <a:pt x="869608" y="402612"/>
                  </a:moveTo>
                  <a:cubicBezTo>
                    <a:pt x="854323" y="408147"/>
                    <a:pt x="848217" y="410359"/>
                    <a:pt x="842111" y="412569"/>
                  </a:cubicBezTo>
                  <a:cubicBezTo>
                    <a:pt x="836006" y="414780"/>
                    <a:pt x="829899" y="416991"/>
                    <a:pt x="814617" y="422524"/>
                  </a:cubicBezTo>
                  <a:moveTo>
                    <a:pt x="1006847" y="316097"/>
                  </a:moveTo>
                  <a:cubicBezTo>
                    <a:pt x="997391" y="324259"/>
                    <a:pt x="993613" y="327520"/>
                    <a:pt x="989835" y="330781"/>
                  </a:cubicBezTo>
                  <a:cubicBezTo>
                    <a:pt x="986056" y="334043"/>
                    <a:pt x="982279" y="337304"/>
                    <a:pt x="972823" y="345466"/>
                  </a:cubicBezTo>
                  <a:moveTo>
                    <a:pt x="1061799" y="209171"/>
                  </a:moveTo>
                  <a:cubicBezTo>
                    <a:pt x="1059804" y="218549"/>
                    <a:pt x="1059006" y="222296"/>
                    <a:pt x="1058210" y="226043"/>
                  </a:cubicBezTo>
                  <a:cubicBezTo>
                    <a:pt x="1057413" y="229790"/>
                    <a:pt x="1056616" y="233537"/>
                    <a:pt x="1054621" y="242916"/>
                  </a:cubicBezTo>
                  <a:moveTo>
                    <a:pt x="65602" y="116675"/>
                  </a:moveTo>
                  <a:cubicBezTo>
                    <a:pt x="65556" y="116635"/>
                    <a:pt x="65509" y="116594"/>
                    <a:pt x="65461" y="116552"/>
                  </a:cubicBezTo>
                  <a:moveTo>
                    <a:pt x="211866" y="201145"/>
                  </a:moveTo>
                  <a:cubicBezTo>
                    <a:pt x="207186" y="199443"/>
                    <a:pt x="201153" y="197248"/>
                    <a:pt x="191300" y="193663"/>
                  </a:cubicBezTo>
                  <a:moveTo>
                    <a:pt x="453286" y="252121"/>
                  </a:moveTo>
                  <a:cubicBezTo>
                    <a:pt x="434830" y="250149"/>
                    <a:pt x="427455" y="249361"/>
                    <a:pt x="420081" y="248573"/>
                  </a:cubicBezTo>
                  <a:cubicBezTo>
                    <a:pt x="412706" y="247785"/>
                    <a:pt x="405331" y="246998"/>
                    <a:pt x="386868" y="245027"/>
                  </a:cubicBezTo>
                  <a:moveTo>
                    <a:pt x="673798" y="245192"/>
                  </a:moveTo>
                  <a:cubicBezTo>
                    <a:pt x="664878" y="246134"/>
                    <a:pt x="658545" y="246802"/>
                    <a:pt x="653550" y="247331"/>
                  </a:cubicBezTo>
                  <a:moveTo>
                    <a:pt x="869608" y="194049"/>
                  </a:moveTo>
                  <a:cubicBezTo>
                    <a:pt x="854323" y="199584"/>
                    <a:pt x="848217" y="201796"/>
                    <a:pt x="842111" y="204007"/>
                  </a:cubicBezTo>
                  <a:cubicBezTo>
                    <a:pt x="836006" y="206218"/>
                    <a:pt x="829899" y="208429"/>
                    <a:pt x="814617" y="213963"/>
                  </a:cubicBezTo>
                  <a:moveTo>
                    <a:pt x="1006847" y="107534"/>
                  </a:moveTo>
                  <a:cubicBezTo>
                    <a:pt x="997391" y="115696"/>
                    <a:pt x="993613" y="118958"/>
                    <a:pt x="989835" y="122220"/>
                  </a:cubicBezTo>
                  <a:cubicBezTo>
                    <a:pt x="986056" y="125480"/>
                    <a:pt x="982279" y="128742"/>
                    <a:pt x="972823" y="136904"/>
                  </a:cubicBezTo>
                  <a:moveTo>
                    <a:pt x="1061799" y="609"/>
                  </a:moveTo>
                  <a:cubicBezTo>
                    <a:pt x="1059804" y="9986"/>
                    <a:pt x="1059006" y="13734"/>
                    <a:pt x="1058210" y="17481"/>
                  </a:cubicBezTo>
                  <a:cubicBezTo>
                    <a:pt x="1057413" y="21228"/>
                    <a:pt x="1056616" y="24975"/>
                    <a:pt x="1054621" y="34354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4509599" y="3129173"/>
              <a:ext cx="821685" cy="369486"/>
            </a:xfrm>
            <a:custGeom>
              <a:avLst/>
              <a:gdLst/>
              <a:ahLst/>
              <a:cxnLst/>
              <a:rect l="0" t="0" r="0" b="0"/>
              <a:pathLst>
                <a:path w="821685" h="369486">
                  <a:moveTo>
                    <a:pt x="378692" y="369451"/>
                  </a:moveTo>
                  <a:lnTo>
                    <a:pt x="410753" y="369468"/>
                  </a:lnTo>
                  <a:lnTo>
                    <a:pt x="442252" y="369486"/>
                  </a:lnTo>
                  <a:lnTo>
                    <a:pt x="442252" y="160923"/>
                  </a:lnTo>
                  <a:lnTo>
                    <a:pt x="410753" y="160906"/>
                  </a:lnTo>
                  <a:lnTo>
                    <a:pt x="378692" y="160889"/>
                  </a:lnTo>
                  <a:close/>
                  <a:moveTo>
                    <a:pt x="209997" y="344683"/>
                  </a:moveTo>
                  <a:lnTo>
                    <a:pt x="239012" y="351158"/>
                  </a:lnTo>
                  <a:lnTo>
                    <a:pt x="266908" y="357381"/>
                  </a:lnTo>
                  <a:lnTo>
                    <a:pt x="266908" y="205769"/>
                  </a:lnTo>
                  <a:lnTo>
                    <a:pt x="268027" y="149069"/>
                  </a:lnTo>
                  <a:lnTo>
                    <a:pt x="239012" y="142595"/>
                  </a:lnTo>
                  <a:lnTo>
                    <a:pt x="209997" y="136120"/>
                  </a:lnTo>
                  <a:close/>
                  <a:moveTo>
                    <a:pt x="118514" y="102837"/>
                  </a:moveTo>
                  <a:lnTo>
                    <a:pt x="76035" y="79215"/>
                  </a:lnTo>
                  <a:lnTo>
                    <a:pt x="76035" y="149270"/>
                  </a:lnTo>
                  <a:close/>
                  <a:moveTo>
                    <a:pt x="14658" y="22633"/>
                  </a:moveTo>
                  <a:lnTo>
                    <a:pt x="14447" y="22309"/>
                  </a:lnTo>
                  <a:cubicBezTo>
                    <a:pt x="9427" y="14560"/>
                    <a:pt x="7267" y="11226"/>
                    <a:pt x="0" y="0"/>
                  </a:cubicBezTo>
                  <a:lnTo>
                    <a:pt x="0" y="38844"/>
                  </a:lnTo>
                  <a:lnTo>
                    <a:pt x="19569" y="30214"/>
                  </a:lnTo>
                  <a:close/>
                  <a:moveTo>
                    <a:pt x="811831" y="15563"/>
                  </a:moveTo>
                  <a:lnTo>
                    <a:pt x="811629" y="15871"/>
                  </a:lnTo>
                  <a:cubicBezTo>
                    <a:pt x="809117" y="19720"/>
                    <a:pt x="806553" y="23651"/>
                    <a:pt x="801978" y="30656"/>
                  </a:cubicBezTo>
                  <a:lnTo>
                    <a:pt x="821685" y="39388"/>
                  </a:lnTo>
                  <a:lnTo>
                    <a:pt x="821685" y="466"/>
                  </a:lnTo>
                  <a:cubicBezTo>
                    <a:pt x="816987" y="7662"/>
                    <a:pt x="814409" y="11612"/>
                    <a:pt x="811831" y="15563"/>
                  </a:cubicBezTo>
                  <a:close/>
                  <a:moveTo>
                    <a:pt x="724040" y="91357"/>
                  </a:moveTo>
                  <a:lnTo>
                    <a:pt x="702704" y="103170"/>
                  </a:lnTo>
                  <a:lnTo>
                    <a:pt x="745284" y="149995"/>
                  </a:lnTo>
                  <a:lnTo>
                    <a:pt x="745284" y="79594"/>
                  </a:lnTo>
                  <a:close/>
                  <a:moveTo>
                    <a:pt x="582024" y="351353"/>
                  </a:moveTo>
                  <a:lnTo>
                    <a:pt x="611070" y="344913"/>
                  </a:lnTo>
                  <a:lnTo>
                    <a:pt x="611070" y="136351"/>
                  </a:lnTo>
                  <a:lnTo>
                    <a:pt x="582024" y="142791"/>
                  </a:lnTo>
                  <a:lnTo>
                    <a:pt x="552976" y="149232"/>
                  </a:lnTo>
                  <a:lnTo>
                    <a:pt x="553837" y="205933"/>
                  </a:lnTo>
                  <a:lnTo>
                    <a:pt x="553837" y="357603"/>
                  </a:lnTo>
                  <a:close/>
                  <a:moveTo>
                    <a:pt x="266908" y="357381"/>
                  </a:moveTo>
                  <a:cubicBezTo>
                    <a:pt x="253784" y="354453"/>
                    <a:pt x="246398" y="352805"/>
                    <a:pt x="239012" y="351158"/>
                  </a:cubicBezTo>
                  <a:cubicBezTo>
                    <a:pt x="231419" y="349462"/>
                    <a:pt x="223825" y="347768"/>
                    <a:pt x="209997" y="344683"/>
                  </a:cubicBezTo>
                  <a:moveTo>
                    <a:pt x="442252" y="369486"/>
                  </a:moveTo>
                  <a:cubicBezTo>
                    <a:pt x="427274" y="369478"/>
                    <a:pt x="418977" y="369473"/>
                    <a:pt x="410753" y="369468"/>
                  </a:cubicBezTo>
                  <a:cubicBezTo>
                    <a:pt x="402343" y="369464"/>
                    <a:pt x="394009" y="369459"/>
                    <a:pt x="378692" y="369451"/>
                  </a:cubicBezTo>
                  <a:moveTo>
                    <a:pt x="611070" y="344913"/>
                  </a:moveTo>
                  <a:cubicBezTo>
                    <a:pt x="597224" y="347983"/>
                    <a:pt x="589623" y="349669"/>
                    <a:pt x="582024" y="351353"/>
                  </a:cubicBezTo>
                  <a:cubicBezTo>
                    <a:pt x="574581" y="353004"/>
                    <a:pt x="567140" y="354654"/>
                    <a:pt x="553837" y="357603"/>
                  </a:cubicBezTo>
                  <a:moveTo>
                    <a:pt x="14658" y="22633"/>
                  </a:moveTo>
                  <a:cubicBezTo>
                    <a:pt x="14586" y="22525"/>
                    <a:pt x="14517" y="22416"/>
                    <a:pt x="14447" y="22309"/>
                  </a:cubicBezTo>
                  <a:moveTo>
                    <a:pt x="268027" y="149069"/>
                  </a:moveTo>
                  <a:cubicBezTo>
                    <a:pt x="254199" y="145984"/>
                    <a:pt x="246605" y="144289"/>
                    <a:pt x="239012" y="142595"/>
                  </a:cubicBezTo>
                  <a:cubicBezTo>
                    <a:pt x="231419" y="140901"/>
                    <a:pt x="223825" y="139206"/>
                    <a:pt x="209997" y="136120"/>
                  </a:cubicBezTo>
                  <a:moveTo>
                    <a:pt x="442252" y="160923"/>
                  </a:moveTo>
                  <a:cubicBezTo>
                    <a:pt x="427274" y="160915"/>
                    <a:pt x="418977" y="160911"/>
                    <a:pt x="410753" y="160906"/>
                  </a:cubicBezTo>
                  <a:cubicBezTo>
                    <a:pt x="402343" y="160901"/>
                    <a:pt x="394009" y="160897"/>
                    <a:pt x="378692" y="160889"/>
                  </a:cubicBezTo>
                  <a:moveTo>
                    <a:pt x="611070" y="136351"/>
                  </a:moveTo>
                  <a:cubicBezTo>
                    <a:pt x="597224" y="139420"/>
                    <a:pt x="589623" y="141106"/>
                    <a:pt x="582024" y="142791"/>
                  </a:cubicBezTo>
                  <a:cubicBezTo>
                    <a:pt x="574423" y="144477"/>
                    <a:pt x="566822" y="146163"/>
                    <a:pt x="552976" y="149232"/>
                  </a:cubicBezTo>
                  <a:moveTo>
                    <a:pt x="745284" y="79594"/>
                  </a:moveTo>
                  <a:cubicBezTo>
                    <a:pt x="735163" y="85197"/>
                    <a:pt x="729596" y="88280"/>
                    <a:pt x="724040" y="91357"/>
                  </a:cubicBezTo>
                  <a:cubicBezTo>
                    <a:pt x="718454" y="94449"/>
                    <a:pt x="712879" y="97535"/>
                    <a:pt x="702704" y="103170"/>
                  </a:cubicBezTo>
                  <a:moveTo>
                    <a:pt x="811831" y="15563"/>
                  </a:moveTo>
                  <a:cubicBezTo>
                    <a:pt x="811763" y="15666"/>
                    <a:pt x="811696" y="15769"/>
                    <a:pt x="811629" y="15871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4389700" y="2814436"/>
              <a:ext cx="1061799" cy="527684"/>
            </a:xfrm>
            <a:custGeom>
              <a:avLst/>
              <a:gdLst/>
              <a:ahLst/>
              <a:cxnLst/>
              <a:rect l="0" t="0" r="0" b="0"/>
              <a:pathLst>
                <a:path w="1061799" h="527684">
                  <a:moveTo>
                    <a:pt x="3509" y="292352"/>
                  </a:moveTo>
                  <a:cubicBezTo>
                    <a:pt x="4289" y="296100"/>
                    <a:pt x="5068" y="299847"/>
                    <a:pt x="7020" y="309227"/>
                  </a:cubicBezTo>
                  <a:lnTo>
                    <a:pt x="7013" y="309234"/>
                  </a:lnTo>
                  <a:lnTo>
                    <a:pt x="119960" y="314735"/>
                  </a:lnTo>
                  <a:cubicBezTo>
                    <a:pt x="127227" y="325962"/>
                    <a:pt x="129387" y="329295"/>
                    <a:pt x="134408" y="337044"/>
                  </a:cubicBezTo>
                  <a:cubicBezTo>
                    <a:pt x="134477" y="337151"/>
                    <a:pt x="134547" y="337260"/>
                    <a:pt x="134619" y="337369"/>
                  </a:cubicBezTo>
                  <a:lnTo>
                    <a:pt x="139529" y="344949"/>
                  </a:lnTo>
                  <a:lnTo>
                    <a:pt x="119960" y="353579"/>
                  </a:lnTo>
                  <a:lnTo>
                    <a:pt x="54449" y="382471"/>
                  </a:lnTo>
                  <a:lnTo>
                    <a:pt x="65461" y="392029"/>
                  </a:lnTo>
                  <a:cubicBezTo>
                    <a:pt x="65509" y="392071"/>
                    <a:pt x="65556" y="392112"/>
                    <a:pt x="65602" y="392152"/>
                  </a:cubicBezTo>
                  <a:cubicBezTo>
                    <a:pt x="72879" y="398468"/>
                    <a:pt x="74556" y="399922"/>
                    <a:pt x="88336" y="411878"/>
                  </a:cubicBezTo>
                  <a:lnTo>
                    <a:pt x="195996" y="393949"/>
                  </a:lnTo>
                  <a:lnTo>
                    <a:pt x="238475" y="417573"/>
                  </a:lnTo>
                  <a:lnTo>
                    <a:pt x="195996" y="464006"/>
                  </a:lnTo>
                  <a:lnTo>
                    <a:pt x="191300" y="469140"/>
                  </a:lnTo>
                  <a:cubicBezTo>
                    <a:pt x="201153" y="472725"/>
                    <a:pt x="207186" y="474920"/>
                    <a:pt x="211866" y="476622"/>
                  </a:cubicBezTo>
                  <a:cubicBezTo>
                    <a:pt x="221681" y="480193"/>
                    <a:pt x="225539" y="481596"/>
                    <a:pt x="246201" y="489115"/>
                  </a:cubicBezTo>
                  <a:lnTo>
                    <a:pt x="329958" y="450856"/>
                  </a:lnTo>
                  <a:cubicBezTo>
                    <a:pt x="343786" y="453942"/>
                    <a:pt x="351380" y="455636"/>
                    <a:pt x="358973" y="457331"/>
                  </a:cubicBezTo>
                  <a:cubicBezTo>
                    <a:pt x="366566" y="459025"/>
                    <a:pt x="374160" y="460719"/>
                    <a:pt x="387989" y="463805"/>
                  </a:cubicBezTo>
                  <a:lnTo>
                    <a:pt x="386868" y="520504"/>
                  </a:lnTo>
                  <a:cubicBezTo>
                    <a:pt x="405331" y="522475"/>
                    <a:pt x="412706" y="523262"/>
                    <a:pt x="420081" y="524049"/>
                  </a:cubicBezTo>
                  <a:cubicBezTo>
                    <a:pt x="427455" y="524837"/>
                    <a:pt x="434830" y="525625"/>
                    <a:pt x="453286" y="527598"/>
                  </a:cubicBezTo>
                  <a:lnTo>
                    <a:pt x="498652" y="475624"/>
                  </a:lnTo>
                  <a:cubicBezTo>
                    <a:pt x="513970" y="475632"/>
                    <a:pt x="522303" y="475637"/>
                    <a:pt x="530713" y="475642"/>
                  </a:cubicBezTo>
                  <a:cubicBezTo>
                    <a:pt x="538938" y="475646"/>
                    <a:pt x="547235" y="475651"/>
                    <a:pt x="562212" y="475659"/>
                  </a:cubicBezTo>
                  <a:lnTo>
                    <a:pt x="607349" y="527684"/>
                  </a:lnTo>
                  <a:cubicBezTo>
                    <a:pt x="635366" y="524729"/>
                    <a:pt x="637863" y="524464"/>
                    <a:pt x="653550" y="522807"/>
                  </a:cubicBezTo>
                  <a:cubicBezTo>
                    <a:pt x="658545" y="522279"/>
                    <a:pt x="664878" y="521611"/>
                    <a:pt x="673798" y="520669"/>
                  </a:cubicBezTo>
                  <a:lnTo>
                    <a:pt x="672937" y="463968"/>
                  </a:lnTo>
                  <a:cubicBezTo>
                    <a:pt x="686782" y="460898"/>
                    <a:pt x="694383" y="459213"/>
                    <a:pt x="701984" y="457527"/>
                  </a:cubicBezTo>
                  <a:cubicBezTo>
                    <a:pt x="709585" y="455841"/>
                    <a:pt x="717185" y="454156"/>
                    <a:pt x="731030" y="451085"/>
                  </a:cubicBezTo>
                  <a:lnTo>
                    <a:pt x="814617" y="489438"/>
                  </a:lnTo>
                  <a:cubicBezTo>
                    <a:pt x="829899" y="483905"/>
                    <a:pt x="836006" y="481695"/>
                    <a:pt x="842111" y="479484"/>
                  </a:cubicBezTo>
                  <a:cubicBezTo>
                    <a:pt x="848217" y="477273"/>
                    <a:pt x="854323" y="475061"/>
                    <a:pt x="869608" y="469526"/>
                  </a:cubicBezTo>
                  <a:lnTo>
                    <a:pt x="865245" y="464730"/>
                  </a:lnTo>
                  <a:lnTo>
                    <a:pt x="822664" y="417904"/>
                  </a:lnTo>
                  <a:cubicBezTo>
                    <a:pt x="832840" y="412270"/>
                    <a:pt x="838415" y="409185"/>
                    <a:pt x="844001" y="406091"/>
                  </a:cubicBezTo>
                  <a:cubicBezTo>
                    <a:pt x="849556" y="403015"/>
                    <a:pt x="855124" y="399932"/>
                    <a:pt x="865245" y="394328"/>
                  </a:cubicBezTo>
                  <a:lnTo>
                    <a:pt x="972823" y="412381"/>
                  </a:lnTo>
                  <a:cubicBezTo>
                    <a:pt x="982279" y="404219"/>
                    <a:pt x="986056" y="400957"/>
                    <a:pt x="989835" y="397696"/>
                  </a:cubicBezTo>
                  <a:cubicBezTo>
                    <a:pt x="993613" y="394435"/>
                    <a:pt x="997391" y="391173"/>
                    <a:pt x="1006847" y="383011"/>
                  </a:cubicBezTo>
                  <a:lnTo>
                    <a:pt x="941646" y="354124"/>
                  </a:lnTo>
                  <a:lnTo>
                    <a:pt x="921939" y="345392"/>
                  </a:lnTo>
                  <a:cubicBezTo>
                    <a:pt x="926513" y="338386"/>
                    <a:pt x="929078" y="334456"/>
                    <a:pt x="931590" y="330607"/>
                  </a:cubicBezTo>
                  <a:cubicBezTo>
                    <a:pt x="931657" y="330504"/>
                    <a:pt x="931724" y="330402"/>
                    <a:pt x="931791" y="330299"/>
                  </a:cubicBezTo>
                  <a:cubicBezTo>
                    <a:pt x="934369" y="326348"/>
                    <a:pt x="936947" y="322398"/>
                    <a:pt x="941646" y="315201"/>
                  </a:cubicBezTo>
                  <a:lnTo>
                    <a:pt x="1054621" y="309830"/>
                  </a:lnTo>
                  <a:cubicBezTo>
                    <a:pt x="1056616" y="300452"/>
                    <a:pt x="1057413" y="296705"/>
                    <a:pt x="1058210" y="292958"/>
                  </a:cubicBezTo>
                  <a:cubicBezTo>
                    <a:pt x="1059006" y="289210"/>
                    <a:pt x="1059804" y="285463"/>
                    <a:pt x="1061799" y="276086"/>
                  </a:cubicBezTo>
                  <a:lnTo>
                    <a:pt x="1045871" y="273567"/>
                  </a:lnTo>
                  <a:lnTo>
                    <a:pt x="953605" y="258973"/>
                  </a:lnTo>
                  <a:cubicBezTo>
                    <a:pt x="952039" y="251446"/>
                    <a:pt x="951180" y="247313"/>
                    <a:pt x="950320" y="243180"/>
                  </a:cubicBezTo>
                  <a:cubicBezTo>
                    <a:pt x="949460" y="239047"/>
                    <a:pt x="948602" y="234914"/>
                    <a:pt x="947035" y="227387"/>
                  </a:cubicBezTo>
                  <a:lnTo>
                    <a:pt x="1045871" y="199522"/>
                  </a:lnTo>
                  <a:cubicBezTo>
                    <a:pt x="1040063" y="190552"/>
                    <a:pt x="1037740" y="186967"/>
                    <a:pt x="1035418" y="183385"/>
                  </a:cubicBezTo>
                  <a:cubicBezTo>
                    <a:pt x="1033093" y="179798"/>
                    <a:pt x="1030771" y="176215"/>
                    <a:pt x="1024958" y="167237"/>
                  </a:cubicBezTo>
                  <a:lnTo>
                    <a:pt x="948084" y="171568"/>
                  </a:lnTo>
                  <a:lnTo>
                    <a:pt x="912192" y="173590"/>
                  </a:lnTo>
                  <a:cubicBezTo>
                    <a:pt x="904827" y="167199"/>
                    <a:pt x="900698" y="163616"/>
                    <a:pt x="896652" y="160107"/>
                  </a:cubicBezTo>
                  <a:cubicBezTo>
                    <a:pt x="896551" y="160018"/>
                    <a:pt x="896450" y="159932"/>
                    <a:pt x="896349" y="159843"/>
                  </a:cubicBezTo>
                  <a:cubicBezTo>
                    <a:pt x="892194" y="156239"/>
                    <a:pt x="888042" y="152638"/>
                    <a:pt x="880476" y="146071"/>
                  </a:cubicBezTo>
                  <a:lnTo>
                    <a:pt x="948084" y="100531"/>
                  </a:lnTo>
                  <a:lnTo>
                    <a:pt x="934111" y="92762"/>
                  </a:lnTo>
                  <a:cubicBezTo>
                    <a:pt x="923517" y="86870"/>
                    <a:pt x="921744" y="85884"/>
                    <a:pt x="902694" y="75288"/>
                  </a:cubicBezTo>
                  <a:lnTo>
                    <a:pt x="804845" y="104008"/>
                  </a:lnTo>
                  <a:cubicBezTo>
                    <a:pt x="798230" y="101601"/>
                    <a:pt x="793227" y="99780"/>
                    <a:pt x="788965" y="98229"/>
                  </a:cubicBezTo>
                  <a:cubicBezTo>
                    <a:pt x="784947" y="96765"/>
                    <a:pt x="781586" y="95543"/>
                    <a:pt x="778154" y="94294"/>
                  </a:cubicBezTo>
                  <a:cubicBezTo>
                    <a:pt x="771754" y="91965"/>
                    <a:pt x="765104" y="89544"/>
                    <a:pt x="753468" y="85312"/>
                  </a:cubicBezTo>
                  <a:lnTo>
                    <a:pt x="778154" y="29967"/>
                  </a:lnTo>
                  <a:lnTo>
                    <a:pt x="716143" y="16129"/>
                  </a:lnTo>
                  <a:lnTo>
                    <a:pt x="650139" y="62253"/>
                  </a:lnTo>
                  <a:cubicBezTo>
                    <a:pt x="635326" y="60672"/>
                    <a:pt x="627193" y="59803"/>
                    <a:pt x="619060" y="58934"/>
                  </a:cubicBezTo>
                  <a:cubicBezTo>
                    <a:pt x="610927" y="58065"/>
                    <a:pt x="602794" y="57196"/>
                    <a:pt x="587982" y="55614"/>
                  </a:cubicBezTo>
                  <a:lnTo>
                    <a:pt x="565479" y="38"/>
                  </a:lnTo>
                  <a:lnTo>
                    <a:pt x="497566" y="0"/>
                  </a:lnTo>
                  <a:lnTo>
                    <a:pt x="474829" y="55554"/>
                  </a:lnTo>
                  <a:cubicBezTo>
                    <a:pt x="445190" y="58685"/>
                    <a:pt x="442283" y="58992"/>
                    <a:pt x="412644" y="62122"/>
                  </a:cubicBezTo>
                  <a:lnTo>
                    <a:pt x="346844" y="15922"/>
                  </a:lnTo>
                  <a:lnTo>
                    <a:pt x="284771" y="29688"/>
                  </a:lnTo>
                  <a:lnTo>
                    <a:pt x="309208" y="85059"/>
                  </a:lnTo>
                  <a:cubicBezTo>
                    <a:pt x="297729" y="89217"/>
                    <a:pt x="291096" y="91620"/>
                    <a:pt x="284771" y="93910"/>
                  </a:cubicBezTo>
                  <a:cubicBezTo>
                    <a:pt x="277583" y="96513"/>
                    <a:pt x="270794" y="98972"/>
                    <a:pt x="257747" y="103697"/>
                  </a:cubicBezTo>
                  <a:lnTo>
                    <a:pt x="160031" y="74863"/>
                  </a:lnTo>
                  <a:lnTo>
                    <a:pt x="148464" y="81266"/>
                  </a:lnTo>
                  <a:cubicBezTo>
                    <a:pt x="135572" y="88403"/>
                    <a:pt x="135002" y="88719"/>
                    <a:pt x="114527" y="100054"/>
                  </a:cubicBezTo>
                  <a:lnTo>
                    <a:pt x="181926" y="145671"/>
                  </a:lnTo>
                  <a:cubicBezTo>
                    <a:pt x="174568" y="152022"/>
                    <a:pt x="170427" y="155596"/>
                    <a:pt x="166383" y="159086"/>
                  </a:cubicBezTo>
                  <a:cubicBezTo>
                    <a:pt x="166257" y="159195"/>
                    <a:pt x="166131" y="159304"/>
                    <a:pt x="166004" y="159412"/>
                  </a:cubicBezTo>
                  <a:cubicBezTo>
                    <a:pt x="165878" y="159521"/>
                    <a:pt x="165752" y="159631"/>
                    <a:pt x="165624" y="159740"/>
                  </a:cubicBezTo>
                  <a:cubicBezTo>
                    <a:pt x="161582" y="163229"/>
                    <a:pt x="157440" y="166803"/>
                    <a:pt x="150083" y="173155"/>
                  </a:cubicBezTo>
                  <a:lnTo>
                    <a:pt x="114527" y="171109"/>
                  </a:lnTo>
                  <a:lnTo>
                    <a:pt x="37345" y="166669"/>
                  </a:lnTo>
                  <a:cubicBezTo>
                    <a:pt x="30214" y="177591"/>
                    <a:pt x="28301" y="180523"/>
                    <a:pt x="25247" y="185200"/>
                  </a:cubicBezTo>
                  <a:cubicBezTo>
                    <a:pt x="23288" y="188201"/>
                    <a:pt x="20861" y="191921"/>
                    <a:pt x="16285" y="198930"/>
                  </a:cubicBezTo>
                  <a:lnTo>
                    <a:pt x="114989" y="226910"/>
                  </a:lnTo>
                  <a:cubicBezTo>
                    <a:pt x="113389" y="234434"/>
                    <a:pt x="112510" y="238566"/>
                    <a:pt x="111630" y="242698"/>
                  </a:cubicBezTo>
                  <a:cubicBezTo>
                    <a:pt x="110751" y="246831"/>
                    <a:pt x="109873" y="250963"/>
                    <a:pt x="108272" y="258488"/>
                  </a:cubicBezTo>
                  <a:lnTo>
                    <a:pt x="16285" y="272921"/>
                  </a:lnTo>
                  <a:lnTo>
                    <a:pt x="0" y="275476"/>
                  </a:lnTo>
                  <a:cubicBezTo>
                    <a:pt x="1946" y="284832"/>
                    <a:pt x="2727" y="288585"/>
                    <a:pt x="3503" y="292324"/>
                  </a:cubicBezTo>
                  <a:close/>
                  <a:moveTo>
                    <a:pt x="738986" y="264066"/>
                  </a:moveTo>
                  <a:cubicBezTo>
                    <a:pt x="738986" y="321562"/>
                    <a:pt x="645607" y="368174"/>
                    <a:pt x="530421" y="368174"/>
                  </a:cubicBezTo>
                  <a:cubicBezTo>
                    <a:pt x="415237" y="368174"/>
                    <a:pt x="321857" y="321562"/>
                    <a:pt x="321857" y="264066"/>
                  </a:cubicBezTo>
                  <a:cubicBezTo>
                    <a:pt x="321857" y="206569"/>
                    <a:pt x="415237" y="159957"/>
                    <a:pt x="530421" y="159957"/>
                  </a:cubicBezTo>
                  <a:cubicBezTo>
                    <a:pt x="645607" y="159957"/>
                    <a:pt x="738986" y="206569"/>
                    <a:pt x="738986" y="264066"/>
                  </a:cubicBezTo>
                  <a:close/>
                  <a:moveTo>
                    <a:pt x="134619" y="337369"/>
                  </a:moveTo>
                  <a:lnTo>
                    <a:pt x="134408" y="337044"/>
                  </a:lnTo>
                  <a:moveTo>
                    <a:pt x="65602" y="392152"/>
                  </a:moveTo>
                  <a:lnTo>
                    <a:pt x="65461" y="392029"/>
                  </a:lnTo>
                  <a:moveTo>
                    <a:pt x="211866" y="476622"/>
                  </a:moveTo>
                  <a:lnTo>
                    <a:pt x="191300" y="469140"/>
                  </a:lnTo>
                  <a:moveTo>
                    <a:pt x="387989" y="463805"/>
                  </a:moveTo>
                  <a:lnTo>
                    <a:pt x="358973" y="457331"/>
                  </a:lnTo>
                  <a:lnTo>
                    <a:pt x="329958" y="450856"/>
                  </a:lnTo>
                  <a:moveTo>
                    <a:pt x="453286" y="527598"/>
                  </a:moveTo>
                  <a:lnTo>
                    <a:pt x="420081" y="524049"/>
                  </a:lnTo>
                  <a:lnTo>
                    <a:pt x="386868" y="520504"/>
                  </a:lnTo>
                  <a:moveTo>
                    <a:pt x="562212" y="475659"/>
                  </a:moveTo>
                  <a:lnTo>
                    <a:pt x="530713" y="475642"/>
                  </a:lnTo>
                  <a:lnTo>
                    <a:pt x="498652" y="475624"/>
                  </a:lnTo>
                  <a:moveTo>
                    <a:pt x="673798" y="520669"/>
                  </a:moveTo>
                  <a:lnTo>
                    <a:pt x="653550" y="522807"/>
                  </a:lnTo>
                  <a:moveTo>
                    <a:pt x="731030" y="451085"/>
                  </a:moveTo>
                  <a:lnTo>
                    <a:pt x="701984" y="457527"/>
                  </a:lnTo>
                  <a:lnTo>
                    <a:pt x="672937" y="463968"/>
                  </a:lnTo>
                  <a:moveTo>
                    <a:pt x="869608" y="469526"/>
                  </a:moveTo>
                  <a:lnTo>
                    <a:pt x="842111" y="479484"/>
                  </a:lnTo>
                  <a:lnTo>
                    <a:pt x="814617" y="489438"/>
                  </a:lnTo>
                  <a:moveTo>
                    <a:pt x="865245" y="394328"/>
                  </a:moveTo>
                  <a:lnTo>
                    <a:pt x="844001" y="406091"/>
                  </a:lnTo>
                  <a:lnTo>
                    <a:pt x="822664" y="417904"/>
                  </a:lnTo>
                  <a:moveTo>
                    <a:pt x="1006847" y="383011"/>
                  </a:moveTo>
                  <a:lnTo>
                    <a:pt x="989835" y="397696"/>
                  </a:lnTo>
                  <a:lnTo>
                    <a:pt x="972823" y="412381"/>
                  </a:lnTo>
                  <a:moveTo>
                    <a:pt x="931791" y="330299"/>
                  </a:moveTo>
                  <a:lnTo>
                    <a:pt x="931590" y="330607"/>
                  </a:lnTo>
                  <a:moveTo>
                    <a:pt x="1061799" y="276086"/>
                  </a:moveTo>
                  <a:lnTo>
                    <a:pt x="1058210" y="292958"/>
                  </a:lnTo>
                  <a:lnTo>
                    <a:pt x="1054621" y="309830"/>
                  </a:lnTo>
                  <a:moveTo>
                    <a:pt x="953605" y="258973"/>
                  </a:moveTo>
                  <a:lnTo>
                    <a:pt x="950320" y="243180"/>
                  </a:lnTo>
                  <a:lnTo>
                    <a:pt x="947035" y="227387"/>
                  </a:lnTo>
                  <a:moveTo>
                    <a:pt x="896652" y="160107"/>
                  </a:moveTo>
                  <a:lnTo>
                    <a:pt x="896349" y="159843"/>
                  </a:lnTo>
                  <a:moveTo>
                    <a:pt x="778154" y="94294"/>
                  </a:moveTo>
                  <a:lnTo>
                    <a:pt x="753468" y="85312"/>
                  </a:lnTo>
                  <a:moveTo>
                    <a:pt x="309208" y="85059"/>
                  </a:moveTo>
                  <a:lnTo>
                    <a:pt x="284771" y="93910"/>
                  </a:lnTo>
                  <a:moveTo>
                    <a:pt x="114989" y="226910"/>
                  </a:moveTo>
                  <a:lnTo>
                    <a:pt x="111630" y="242698"/>
                  </a:lnTo>
                  <a:lnTo>
                    <a:pt x="108272" y="258488"/>
                  </a:lnTo>
                  <a:moveTo>
                    <a:pt x="166383" y="159086"/>
                  </a:moveTo>
                  <a:lnTo>
                    <a:pt x="166004" y="159412"/>
                  </a:lnTo>
                  <a:lnTo>
                    <a:pt x="165624" y="159740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147445" y="2918406"/>
            <a:ext cx="764733" cy="459933"/>
            <a:chOff x="3147445" y="2918406"/>
            <a:chExt cx="764733" cy="459933"/>
          </a:xfrm>
        </p:grpSpPr>
        <p:sp>
          <p:nvSpPr>
            <p:cNvPr id="70" name="Rounded Rectangle 69"/>
            <p:cNvSpPr/>
            <p:nvPr/>
          </p:nvSpPr>
          <p:spPr>
            <a:xfrm>
              <a:off x="3147445" y="3160522"/>
              <a:ext cx="764733" cy="217817"/>
            </a:xfrm>
            <a:custGeom>
              <a:avLst/>
              <a:gdLst/>
              <a:ahLst/>
              <a:cxnLst/>
              <a:rect l="0" t="0" r="0" b="0"/>
              <a:pathLst>
                <a:path w="764733" h="217817">
                  <a:moveTo>
                    <a:pt x="353996" y="217817"/>
                  </a:moveTo>
                  <a:lnTo>
                    <a:pt x="410746" y="217817"/>
                  </a:lnTo>
                  <a:lnTo>
                    <a:pt x="410746" y="148294"/>
                  </a:lnTo>
                  <a:lnTo>
                    <a:pt x="353996" y="148294"/>
                  </a:lnTo>
                  <a:lnTo>
                    <a:pt x="353996" y="217817"/>
                  </a:lnTo>
                  <a:moveTo>
                    <a:pt x="285569" y="153381"/>
                  </a:moveTo>
                  <a:lnTo>
                    <a:pt x="286550" y="153381"/>
                  </a:lnTo>
                  <a:cubicBezTo>
                    <a:pt x="297132" y="155247"/>
                    <a:pt x="304685" y="156467"/>
                    <a:pt x="319001" y="158781"/>
                  </a:cubicBezTo>
                  <a:lnTo>
                    <a:pt x="319001" y="89258"/>
                  </a:lnTo>
                  <a:cubicBezTo>
                    <a:pt x="304247" y="86877"/>
                    <a:pt x="296675" y="85658"/>
                    <a:pt x="285569" y="83858"/>
                  </a:cubicBezTo>
                  <a:lnTo>
                    <a:pt x="272576" y="81762"/>
                  </a:lnTo>
                  <a:lnTo>
                    <a:pt x="272576" y="151285"/>
                  </a:lnTo>
                  <a:lnTo>
                    <a:pt x="285569" y="153381"/>
                  </a:lnTo>
                  <a:moveTo>
                    <a:pt x="151476" y="180536"/>
                  </a:moveTo>
                  <a:lnTo>
                    <a:pt x="174440" y="188823"/>
                  </a:lnTo>
                  <a:lnTo>
                    <a:pt x="174440" y="119300"/>
                  </a:lnTo>
                  <a:lnTo>
                    <a:pt x="151476" y="111013"/>
                  </a:lnTo>
                  <a:lnTo>
                    <a:pt x="128520" y="102717"/>
                  </a:lnTo>
                  <a:lnTo>
                    <a:pt x="128520" y="172240"/>
                  </a:lnTo>
                  <a:lnTo>
                    <a:pt x="151476" y="180536"/>
                  </a:lnTo>
                  <a:moveTo>
                    <a:pt x="170030" y="44738"/>
                  </a:moveTo>
                  <a:lnTo>
                    <a:pt x="159629" y="37623"/>
                  </a:lnTo>
                  <a:cubicBezTo>
                    <a:pt x="153952" y="33747"/>
                    <a:pt x="149361" y="30613"/>
                    <a:pt x="141341" y="25117"/>
                  </a:cubicBezTo>
                  <a:lnTo>
                    <a:pt x="141341" y="84820"/>
                  </a:lnTo>
                  <a:lnTo>
                    <a:pt x="170030" y="44738"/>
                  </a:lnTo>
                  <a:moveTo>
                    <a:pt x="6372" y="79267"/>
                  </a:moveTo>
                  <a:cubicBezTo>
                    <a:pt x="9677" y="84315"/>
                    <a:pt x="11334" y="86858"/>
                    <a:pt x="17545" y="96345"/>
                  </a:cubicBezTo>
                  <a:lnTo>
                    <a:pt x="17545" y="26822"/>
                  </a:lnTo>
                  <a:cubicBezTo>
                    <a:pt x="11344" y="17354"/>
                    <a:pt x="9677" y="14801"/>
                    <a:pt x="6391" y="9772"/>
                  </a:cubicBezTo>
                  <a:lnTo>
                    <a:pt x="0" y="0"/>
                  </a:lnTo>
                  <a:lnTo>
                    <a:pt x="0" y="69522"/>
                  </a:lnTo>
                  <a:lnTo>
                    <a:pt x="6372" y="79267"/>
                  </a:lnTo>
                  <a:moveTo>
                    <a:pt x="753894" y="86096"/>
                  </a:moveTo>
                  <a:cubicBezTo>
                    <a:pt x="756989" y="81372"/>
                    <a:pt x="758742" y="78686"/>
                    <a:pt x="764733" y="69522"/>
                  </a:cubicBezTo>
                  <a:lnTo>
                    <a:pt x="764733" y="0"/>
                  </a:lnTo>
                  <a:cubicBezTo>
                    <a:pt x="758742" y="9172"/>
                    <a:pt x="756989" y="11849"/>
                    <a:pt x="753894" y="16573"/>
                  </a:cubicBezTo>
                  <a:lnTo>
                    <a:pt x="747198" y="26822"/>
                  </a:lnTo>
                  <a:lnTo>
                    <a:pt x="747198" y="96345"/>
                  </a:lnTo>
                  <a:lnTo>
                    <a:pt x="753894" y="86096"/>
                  </a:lnTo>
                  <a:moveTo>
                    <a:pt x="623401" y="25117"/>
                  </a:moveTo>
                  <a:lnTo>
                    <a:pt x="612905" y="32299"/>
                  </a:lnTo>
                  <a:cubicBezTo>
                    <a:pt x="607275" y="36147"/>
                    <a:pt x="602684" y="39281"/>
                    <a:pt x="594702" y="44738"/>
                  </a:cubicBezTo>
                  <a:lnTo>
                    <a:pt x="624316" y="86096"/>
                  </a:lnTo>
                  <a:lnTo>
                    <a:pt x="623401" y="25117"/>
                  </a:lnTo>
                  <a:moveTo>
                    <a:pt x="613257" y="180536"/>
                  </a:moveTo>
                  <a:lnTo>
                    <a:pt x="636212" y="172240"/>
                  </a:lnTo>
                  <a:lnTo>
                    <a:pt x="636212" y="102717"/>
                  </a:lnTo>
                  <a:lnTo>
                    <a:pt x="613257" y="111013"/>
                  </a:lnTo>
                  <a:lnTo>
                    <a:pt x="590292" y="119300"/>
                  </a:lnTo>
                  <a:lnTo>
                    <a:pt x="590292" y="188823"/>
                  </a:lnTo>
                  <a:lnTo>
                    <a:pt x="613257" y="180536"/>
                  </a:lnTo>
                  <a:moveTo>
                    <a:pt x="458638" y="156695"/>
                  </a:moveTo>
                  <a:cubicBezTo>
                    <a:pt x="469792" y="154895"/>
                    <a:pt x="477364" y="153676"/>
                    <a:pt x="492156" y="151285"/>
                  </a:cubicBezTo>
                  <a:lnTo>
                    <a:pt x="492156" y="81762"/>
                  </a:lnTo>
                  <a:cubicBezTo>
                    <a:pt x="477364" y="84153"/>
                    <a:pt x="469792" y="85372"/>
                    <a:pt x="458638" y="87182"/>
                  </a:cubicBezTo>
                  <a:lnTo>
                    <a:pt x="445741" y="89258"/>
                  </a:lnTo>
                  <a:lnTo>
                    <a:pt x="445741" y="158781"/>
                  </a:lnTo>
                  <a:lnTo>
                    <a:pt x="458638" y="156695"/>
                  </a:lnTo>
                  <a:moveTo>
                    <a:pt x="6372" y="9744"/>
                  </a:moveTo>
                  <a:lnTo>
                    <a:pt x="0" y="0"/>
                  </a:lnTo>
                  <a:cubicBezTo>
                    <a:pt x="2914" y="4448"/>
                    <a:pt x="4829" y="7372"/>
                    <a:pt x="6372" y="9744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3147445" y="2963983"/>
              <a:ext cx="764733" cy="414356"/>
            </a:xfrm>
            <a:custGeom>
              <a:avLst/>
              <a:gdLst/>
              <a:ahLst/>
              <a:cxnLst/>
              <a:rect l="0" t="0" r="0" b="0"/>
              <a:pathLst>
                <a:path w="764733" h="414356">
                  <a:moveTo>
                    <a:pt x="319001" y="355320"/>
                  </a:moveTo>
                  <a:lnTo>
                    <a:pt x="353996" y="414356"/>
                  </a:lnTo>
                  <a:lnTo>
                    <a:pt x="353996" y="344833"/>
                  </a:lnTo>
                  <a:lnTo>
                    <a:pt x="319001" y="285797"/>
                  </a:lnTo>
                  <a:lnTo>
                    <a:pt x="319001" y="355320"/>
                  </a:lnTo>
                  <a:moveTo>
                    <a:pt x="174440" y="385362"/>
                  </a:moveTo>
                  <a:lnTo>
                    <a:pt x="272576" y="347824"/>
                  </a:lnTo>
                  <a:lnTo>
                    <a:pt x="272576" y="278301"/>
                  </a:lnTo>
                  <a:lnTo>
                    <a:pt x="174440" y="315839"/>
                  </a:lnTo>
                  <a:lnTo>
                    <a:pt x="174440" y="385362"/>
                  </a:lnTo>
                  <a:moveTo>
                    <a:pt x="141341" y="221656"/>
                  </a:moveTo>
                  <a:lnTo>
                    <a:pt x="17545" y="223361"/>
                  </a:lnTo>
                  <a:lnTo>
                    <a:pt x="17545" y="292884"/>
                  </a:lnTo>
                  <a:lnTo>
                    <a:pt x="134235" y="291274"/>
                  </a:lnTo>
                  <a:lnTo>
                    <a:pt x="141341" y="281358"/>
                  </a:lnTo>
                  <a:lnTo>
                    <a:pt x="141341" y="221656"/>
                  </a:lnTo>
                  <a:moveTo>
                    <a:pt x="102165" y="161753"/>
                  </a:moveTo>
                  <a:lnTo>
                    <a:pt x="102165" y="137502"/>
                  </a:lnTo>
                  <a:lnTo>
                    <a:pt x="0" y="102717"/>
                  </a:lnTo>
                  <a:lnTo>
                    <a:pt x="0" y="172240"/>
                  </a:lnTo>
                  <a:lnTo>
                    <a:pt x="35680" y="184384"/>
                  </a:lnTo>
                  <a:lnTo>
                    <a:pt x="102165" y="161753"/>
                  </a:lnTo>
                  <a:moveTo>
                    <a:pt x="141341" y="77600"/>
                  </a:moveTo>
                  <a:lnTo>
                    <a:pt x="151761" y="70465"/>
                  </a:lnTo>
                  <a:cubicBezTo>
                    <a:pt x="157419" y="66598"/>
                    <a:pt x="162010" y="63465"/>
                    <a:pt x="170030" y="57978"/>
                  </a:cubicBezTo>
                  <a:lnTo>
                    <a:pt x="128520" y="0"/>
                  </a:lnTo>
                  <a:lnTo>
                    <a:pt x="128520" y="69513"/>
                  </a:lnTo>
                  <a:lnTo>
                    <a:pt x="134235" y="77495"/>
                  </a:lnTo>
                  <a:lnTo>
                    <a:pt x="141341" y="77495"/>
                  </a:lnTo>
                  <a:moveTo>
                    <a:pt x="662578" y="137502"/>
                  </a:moveTo>
                  <a:lnTo>
                    <a:pt x="662578" y="161753"/>
                  </a:lnTo>
                  <a:lnTo>
                    <a:pt x="729053" y="184384"/>
                  </a:lnTo>
                  <a:lnTo>
                    <a:pt x="764733" y="172240"/>
                  </a:lnTo>
                  <a:lnTo>
                    <a:pt x="764733" y="102717"/>
                  </a:lnTo>
                  <a:lnTo>
                    <a:pt x="747198" y="108689"/>
                  </a:lnTo>
                  <a:lnTo>
                    <a:pt x="662578" y="137502"/>
                  </a:lnTo>
                  <a:moveTo>
                    <a:pt x="636212" y="0"/>
                  </a:moveTo>
                  <a:lnTo>
                    <a:pt x="594702" y="57978"/>
                  </a:lnTo>
                  <a:lnTo>
                    <a:pt x="605228" y="65170"/>
                  </a:lnTo>
                  <a:cubicBezTo>
                    <a:pt x="610904" y="69046"/>
                    <a:pt x="615476" y="72180"/>
                    <a:pt x="623401" y="77600"/>
                  </a:cubicBezTo>
                  <a:lnTo>
                    <a:pt x="630497" y="77600"/>
                  </a:lnTo>
                  <a:lnTo>
                    <a:pt x="636212" y="69513"/>
                  </a:lnTo>
                  <a:lnTo>
                    <a:pt x="636212" y="0"/>
                  </a:lnTo>
                  <a:moveTo>
                    <a:pt x="747198" y="223361"/>
                  </a:moveTo>
                  <a:lnTo>
                    <a:pt x="623401" y="221656"/>
                  </a:lnTo>
                  <a:lnTo>
                    <a:pt x="624316" y="282635"/>
                  </a:lnTo>
                  <a:lnTo>
                    <a:pt x="630497" y="291274"/>
                  </a:lnTo>
                  <a:lnTo>
                    <a:pt x="747198" y="292884"/>
                  </a:lnTo>
                  <a:lnTo>
                    <a:pt x="747198" y="223361"/>
                  </a:lnTo>
                  <a:moveTo>
                    <a:pt x="492156" y="347824"/>
                  </a:moveTo>
                  <a:lnTo>
                    <a:pt x="590292" y="385362"/>
                  </a:lnTo>
                  <a:lnTo>
                    <a:pt x="590292" y="315839"/>
                  </a:lnTo>
                  <a:lnTo>
                    <a:pt x="492156" y="278301"/>
                  </a:lnTo>
                  <a:lnTo>
                    <a:pt x="492156" y="347824"/>
                  </a:lnTo>
                  <a:moveTo>
                    <a:pt x="410746" y="414356"/>
                  </a:moveTo>
                  <a:lnTo>
                    <a:pt x="445741" y="355320"/>
                  </a:lnTo>
                  <a:lnTo>
                    <a:pt x="445741" y="285797"/>
                  </a:lnTo>
                  <a:lnTo>
                    <a:pt x="410746" y="344833"/>
                  </a:lnTo>
                  <a:lnTo>
                    <a:pt x="410746" y="414356"/>
                  </a:lnTo>
                  <a:moveTo>
                    <a:pt x="594702" y="57978"/>
                  </a:moveTo>
                  <a:lnTo>
                    <a:pt x="605342" y="65246"/>
                  </a:lnTo>
                  <a:cubicBezTo>
                    <a:pt x="605304" y="65217"/>
                    <a:pt x="605266" y="65198"/>
                    <a:pt x="605228" y="65170"/>
                  </a:cubicBezTo>
                  <a:cubicBezTo>
                    <a:pt x="602237" y="63122"/>
                    <a:pt x="598951" y="60874"/>
                    <a:pt x="594702" y="57978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3321248" y="3009503"/>
              <a:ext cx="417128" cy="139398"/>
            </a:xfrm>
            <a:custGeom>
              <a:avLst/>
              <a:gdLst/>
              <a:ahLst/>
              <a:cxnLst/>
              <a:rect l="0" t="0" r="0" b="0"/>
              <a:pathLst>
                <a:path w="417128" h="139398">
                  <a:moveTo>
                    <a:pt x="11906" y="138864"/>
                  </a:moveTo>
                  <a:cubicBezTo>
                    <a:pt x="4200" y="127996"/>
                    <a:pt x="0" y="116290"/>
                    <a:pt x="0" y="104108"/>
                  </a:cubicBezTo>
                  <a:cubicBezTo>
                    <a:pt x="0" y="46605"/>
                    <a:pt x="93383" y="0"/>
                    <a:pt x="208568" y="0"/>
                  </a:cubicBezTo>
                  <a:cubicBezTo>
                    <a:pt x="323754" y="0"/>
                    <a:pt x="417128" y="46605"/>
                    <a:pt x="417128" y="104108"/>
                  </a:cubicBezTo>
                  <a:cubicBezTo>
                    <a:pt x="417128" y="116290"/>
                    <a:pt x="412937" y="127996"/>
                    <a:pt x="405222" y="138864"/>
                  </a:cubicBezTo>
                  <a:moveTo>
                    <a:pt x="405222" y="138864"/>
                  </a:moveTo>
                  <a:cubicBezTo>
                    <a:pt x="386353" y="112271"/>
                    <a:pt x="346433" y="90639"/>
                    <a:pt x="295465" y="78962"/>
                  </a:cubicBezTo>
                  <a:cubicBezTo>
                    <a:pt x="269014" y="72904"/>
                    <a:pt x="239582" y="69522"/>
                    <a:pt x="208568" y="69522"/>
                  </a:cubicBezTo>
                  <a:cubicBezTo>
                    <a:pt x="183099" y="69522"/>
                    <a:pt x="158705" y="71799"/>
                    <a:pt x="136150" y="75971"/>
                  </a:cubicBezTo>
                  <a:cubicBezTo>
                    <a:pt x="78295" y="86658"/>
                    <a:pt x="32537" y="109794"/>
                    <a:pt x="11906" y="138864"/>
                  </a:cubicBezTo>
                  <a:moveTo>
                    <a:pt x="11906" y="138864"/>
                  </a:moveTo>
                  <a:cubicBezTo>
                    <a:pt x="12211" y="139293"/>
                    <a:pt x="11601" y="138445"/>
                    <a:pt x="11906" y="138864"/>
                  </a:cubicBezTo>
                  <a:moveTo>
                    <a:pt x="405222" y="138864"/>
                  </a:moveTo>
                  <a:cubicBezTo>
                    <a:pt x="405612" y="138341"/>
                    <a:pt x="404841" y="139398"/>
                    <a:pt x="405222" y="138864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3147445" y="2918406"/>
              <a:ext cx="764733" cy="390410"/>
            </a:xfrm>
            <a:custGeom>
              <a:avLst/>
              <a:gdLst/>
              <a:ahLst/>
              <a:cxnLst/>
              <a:rect l="0" t="0" r="0" b="0"/>
              <a:pathLst>
                <a:path w="764733" h="390410">
                  <a:moveTo>
                    <a:pt x="764733" y="148294"/>
                  </a:moveTo>
                  <a:lnTo>
                    <a:pt x="662578" y="183070"/>
                  </a:lnTo>
                  <a:lnTo>
                    <a:pt x="662578" y="207330"/>
                  </a:lnTo>
                  <a:lnTo>
                    <a:pt x="764733" y="242115"/>
                  </a:lnTo>
                  <a:cubicBezTo>
                    <a:pt x="758742" y="251279"/>
                    <a:pt x="756989" y="253965"/>
                    <a:pt x="753894" y="258689"/>
                  </a:cubicBezTo>
                  <a:cubicBezTo>
                    <a:pt x="752284" y="261146"/>
                    <a:pt x="750312" y="264166"/>
                    <a:pt x="747198" y="268938"/>
                  </a:cubicBezTo>
                  <a:lnTo>
                    <a:pt x="623401" y="267233"/>
                  </a:lnTo>
                  <a:cubicBezTo>
                    <a:pt x="619163" y="270129"/>
                    <a:pt x="615886" y="272367"/>
                    <a:pt x="612905" y="274415"/>
                  </a:cubicBezTo>
                  <a:cubicBezTo>
                    <a:pt x="607275" y="278263"/>
                    <a:pt x="602684" y="281397"/>
                    <a:pt x="594702" y="286854"/>
                  </a:cubicBezTo>
                  <a:lnTo>
                    <a:pt x="636212" y="344833"/>
                  </a:lnTo>
                  <a:cubicBezTo>
                    <a:pt x="624278" y="349138"/>
                    <a:pt x="618772" y="351129"/>
                    <a:pt x="613257" y="353120"/>
                  </a:cubicBezTo>
                  <a:cubicBezTo>
                    <a:pt x="607742" y="355111"/>
                    <a:pt x="602237" y="357101"/>
                    <a:pt x="590292" y="361416"/>
                  </a:cubicBezTo>
                  <a:lnTo>
                    <a:pt x="492156" y="323878"/>
                  </a:lnTo>
                  <a:cubicBezTo>
                    <a:pt x="477364" y="326269"/>
                    <a:pt x="469792" y="327488"/>
                    <a:pt x="458638" y="329288"/>
                  </a:cubicBezTo>
                  <a:lnTo>
                    <a:pt x="445741" y="331374"/>
                  </a:lnTo>
                  <a:lnTo>
                    <a:pt x="410746" y="390410"/>
                  </a:lnTo>
                  <a:lnTo>
                    <a:pt x="353996" y="390410"/>
                  </a:lnTo>
                  <a:lnTo>
                    <a:pt x="319001" y="331374"/>
                  </a:lnTo>
                  <a:cubicBezTo>
                    <a:pt x="304247" y="328993"/>
                    <a:pt x="296675" y="327764"/>
                    <a:pt x="285569" y="325974"/>
                  </a:cubicBezTo>
                  <a:cubicBezTo>
                    <a:pt x="281787" y="325364"/>
                    <a:pt x="277596" y="324688"/>
                    <a:pt x="272576" y="323878"/>
                  </a:cubicBezTo>
                  <a:lnTo>
                    <a:pt x="174440" y="361416"/>
                  </a:lnTo>
                  <a:cubicBezTo>
                    <a:pt x="162506" y="357101"/>
                    <a:pt x="156991" y="355111"/>
                    <a:pt x="151476" y="353120"/>
                  </a:cubicBezTo>
                  <a:cubicBezTo>
                    <a:pt x="145970" y="351129"/>
                    <a:pt x="140455" y="349138"/>
                    <a:pt x="128520" y="344833"/>
                  </a:cubicBezTo>
                  <a:lnTo>
                    <a:pt x="170030" y="286854"/>
                  </a:lnTo>
                  <a:cubicBezTo>
                    <a:pt x="165839" y="283987"/>
                    <a:pt x="162582" y="281768"/>
                    <a:pt x="159629" y="279739"/>
                  </a:cubicBezTo>
                  <a:cubicBezTo>
                    <a:pt x="153952" y="275863"/>
                    <a:pt x="149361" y="272729"/>
                    <a:pt x="141341" y="267233"/>
                  </a:cubicBezTo>
                  <a:lnTo>
                    <a:pt x="17545" y="268938"/>
                  </a:lnTo>
                  <a:cubicBezTo>
                    <a:pt x="11344" y="259461"/>
                    <a:pt x="9677" y="256917"/>
                    <a:pt x="6391" y="251888"/>
                  </a:cubicBezTo>
                  <a:cubicBezTo>
                    <a:pt x="4829" y="249488"/>
                    <a:pt x="2914" y="246564"/>
                    <a:pt x="0" y="242115"/>
                  </a:cubicBezTo>
                  <a:lnTo>
                    <a:pt x="102165" y="207330"/>
                  </a:lnTo>
                  <a:lnTo>
                    <a:pt x="102165" y="183070"/>
                  </a:lnTo>
                  <a:lnTo>
                    <a:pt x="0" y="148294"/>
                  </a:lnTo>
                  <a:cubicBezTo>
                    <a:pt x="6191" y="138836"/>
                    <a:pt x="7858" y="136283"/>
                    <a:pt x="11144" y="131254"/>
                  </a:cubicBezTo>
                  <a:cubicBezTo>
                    <a:pt x="12696" y="128882"/>
                    <a:pt x="14611" y="125949"/>
                    <a:pt x="17545" y="121472"/>
                  </a:cubicBezTo>
                  <a:lnTo>
                    <a:pt x="141341" y="123167"/>
                  </a:lnTo>
                  <a:cubicBezTo>
                    <a:pt x="145541" y="120300"/>
                    <a:pt x="148799" y="118071"/>
                    <a:pt x="151761" y="116043"/>
                  </a:cubicBezTo>
                  <a:cubicBezTo>
                    <a:pt x="157419" y="112175"/>
                    <a:pt x="162010" y="109032"/>
                    <a:pt x="170030" y="103555"/>
                  </a:cubicBezTo>
                  <a:lnTo>
                    <a:pt x="128520" y="45567"/>
                  </a:lnTo>
                  <a:cubicBezTo>
                    <a:pt x="140455" y="41262"/>
                    <a:pt x="145970" y="39271"/>
                    <a:pt x="151476" y="37280"/>
                  </a:cubicBezTo>
                  <a:cubicBezTo>
                    <a:pt x="156991" y="35290"/>
                    <a:pt x="162506" y="33299"/>
                    <a:pt x="174440" y="28994"/>
                  </a:cubicBezTo>
                  <a:lnTo>
                    <a:pt x="272576" y="66532"/>
                  </a:lnTo>
                  <a:cubicBezTo>
                    <a:pt x="287207" y="64169"/>
                    <a:pt x="294770" y="62941"/>
                    <a:pt x="305733" y="61179"/>
                  </a:cubicBezTo>
                  <a:lnTo>
                    <a:pt x="319001" y="59035"/>
                  </a:lnTo>
                  <a:lnTo>
                    <a:pt x="353996" y="0"/>
                  </a:lnTo>
                  <a:lnTo>
                    <a:pt x="410746" y="0"/>
                  </a:lnTo>
                  <a:lnTo>
                    <a:pt x="445741" y="59035"/>
                  </a:lnTo>
                  <a:cubicBezTo>
                    <a:pt x="465505" y="62226"/>
                    <a:pt x="472382" y="63331"/>
                    <a:pt x="492156" y="66532"/>
                  </a:cubicBezTo>
                  <a:lnTo>
                    <a:pt x="590292" y="28994"/>
                  </a:lnTo>
                  <a:cubicBezTo>
                    <a:pt x="602237" y="33299"/>
                    <a:pt x="607742" y="35290"/>
                    <a:pt x="613257" y="37280"/>
                  </a:cubicBezTo>
                  <a:cubicBezTo>
                    <a:pt x="618772" y="39271"/>
                    <a:pt x="624278" y="41262"/>
                    <a:pt x="636212" y="45567"/>
                  </a:cubicBezTo>
                  <a:lnTo>
                    <a:pt x="594702" y="103555"/>
                  </a:lnTo>
                  <a:cubicBezTo>
                    <a:pt x="598951" y="106451"/>
                    <a:pt x="602237" y="108699"/>
                    <a:pt x="605228" y="110747"/>
                  </a:cubicBezTo>
                  <a:cubicBezTo>
                    <a:pt x="605266" y="110766"/>
                    <a:pt x="605304" y="110794"/>
                    <a:pt x="605342" y="110823"/>
                  </a:cubicBezTo>
                  <a:cubicBezTo>
                    <a:pt x="610904" y="114623"/>
                    <a:pt x="615476" y="117757"/>
                    <a:pt x="623401" y="123167"/>
                  </a:cubicBezTo>
                  <a:lnTo>
                    <a:pt x="747198" y="121472"/>
                  </a:lnTo>
                  <a:cubicBezTo>
                    <a:pt x="753189" y="130644"/>
                    <a:pt x="754941" y="133321"/>
                    <a:pt x="758037" y="138045"/>
                  </a:cubicBezTo>
                  <a:cubicBezTo>
                    <a:pt x="759647" y="140503"/>
                    <a:pt x="761618" y="143522"/>
                    <a:pt x="764733" y="148294"/>
                  </a:cubicBezTo>
                  <a:moveTo>
                    <a:pt x="173802" y="195205"/>
                  </a:moveTo>
                  <a:cubicBezTo>
                    <a:pt x="173802" y="207397"/>
                    <a:pt x="178003" y="219094"/>
                    <a:pt x="185708" y="229962"/>
                  </a:cubicBezTo>
                  <a:cubicBezTo>
                    <a:pt x="214379" y="270367"/>
                    <a:pt x="291607" y="299313"/>
                    <a:pt x="382371" y="299313"/>
                  </a:cubicBezTo>
                  <a:cubicBezTo>
                    <a:pt x="473135" y="299313"/>
                    <a:pt x="550364" y="270367"/>
                    <a:pt x="579024" y="229962"/>
                  </a:cubicBezTo>
                  <a:cubicBezTo>
                    <a:pt x="586740" y="219094"/>
                    <a:pt x="590931" y="207397"/>
                    <a:pt x="590931" y="195205"/>
                  </a:cubicBezTo>
                  <a:cubicBezTo>
                    <a:pt x="590931" y="137702"/>
                    <a:pt x="497557" y="91097"/>
                    <a:pt x="382371" y="91097"/>
                  </a:cubicBezTo>
                  <a:cubicBezTo>
                    <a:pt x="267185" y="91097"/>
                    <a:pt x="173802" y="137702"/>
                    <a:pt x="173802" y="195205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147445" y="2918406"/>
            <a:ext cx="764737" cy="459931"/>
            <a:chOff x="3147445" y="2918406"/>
            <a:chExt cx="764737" cy="459931"/>
          </a:xfrm>
        </p:grpSpPr>
        <p:sp>
          <p:nvSpPr>
            <p:cNvPr id="75" name="Rounded Rectangle 74"/>
            <p:cNvSpPr/>
            <p:nvPr/>
          </p:nvSpPr>
          <p:spPr>
            <a:xfrm>
              <a:off x="3147445" y="3160521"/>
              <a:ext cx="764737" cy="217816"/>
            </a:xfrm>
            <a:custGeom>
              <a:avLst/>
              <a:gdLst/>
              <a:ahLst/>
              <a:cxnLst/>
              <a:rect l="0" t="0" r="0" b="0"/>
              <a:pathLst>
                <a:path w="764737" h="217816">
                  <a:moveTo>
                    <a:pt x="353992" y="217816"/>
                  </a:moveTo>
                  <a:lnTo>
                    <a:pt x="410744" y="217816"/>
                  </a:lnTo>
                  <a:lnTo>
                    <a:pt x="410744" y="148295"/>
                  </a:lnTo>
                  <a:lnTo>
                    <a:pt x="353992" y="148295"/>
                  </a:lnTo>
                  <a:close/>
                  <a:moveTo>
                    <a:pt x="285566" y="153385"/>
                  </a:moveTo>
                  <a:lnTo>
                    <a:pt x="286548" y="153544"/>
                  </a:lnTo>
                  <a:cubicBezTo>
                    <a:pt x="297132" y="155252"/>
                    <a:pt x="304687" y="156472"/>
                    <a:pt x="318997" y="158782"/>
                  </a:cubicBezTo>
                  <a:lnTo>
                    <a:pt x="318997" y="89261"/>
                  </a:lnTo>
                  <a:cubicBezTo>
                    <a:pt x="304248" y="86879"/>
                    <a:pt x="296676" y="85657"/>
                    <a:pt x="285566" y="83863"/>
                  </a:cubicBezTo>
                  <a:lnTo>
                    <a:pt x="272577" y="81766"/>
                  </a:lnTo>
                  <a:lnTo>
                    <a:pt x="272577" y="151288"/>
                  </a:lnTo>
                  <a:close/>
                  <a:moveTo>
                    <a:pt x="151480" y="180533"/>
                  </a:moveTo>
                  <a:lnTo>
                    <a:pt x="174440" y="188822"/>
                  </a:lnTo>
                  <a:lnTo>
                    <a:pt x="174440" y="119301"/>
                  </a:lnTo>
                  <a:lnTo>
                    <a:pt x="151480" y="111012"/>
                  </a:lnTo>
                  <a:lnTo>
                    <a:pt x="128521" y="102722"/>
                  </a:lnTo>
                  <a:lnTo>
                    <a:pt x="128521" y="172244"/>
                  </a:lnTo>
                  <a:close/>
                  <a:moveTo>
                    <a:pt x="170030" y="44742"/>
                  </a:moveTo>
                  <a:lnTo>
                    <a:pt x="159626" y="37629"/>
                  </a:lnTo>
                  <a:cubicBezTo>
                    <a:pt x="153956" y="33752"/>
                    <a:pt x="149365" y="30613"/>
                    <a:pt x="141338" y="25121"/>
                  </a:cubicBezTo>
                  <a:lnTo>
                    <a:pt x="141338" y="84820"/>
                  </a:lnTo>
                  <a:close/>
                  <a:moveTo>
                    <a:pt x="6373" y="79269"/>
                  </a:moveTo>
                  <a:cubicBezTo>
                    <a:pt x="9676" y="84318"/>
                    <a:pt x="11336" y="86857"/>
                    <a:pt x="17541" y="96344"/>
                  </a:cubicBezTo>
                  <a:lnTo>
                    <a:pt x="17541" y="26822"/>
                  </a:lnTo>
                  <a:cubicBezTo>
                    <a:pt x="11345" y="17351"/>
                    <a:pt x="9680" y="14804"/>
                    <a:pt x="6390" y="9772"/>
                  </a:cubicBezTo>
                  <a:lnTo>
                    <a:pt x="6373" y="9748"/>
                  </a:lnTo>
                  <a:lnTo>
                    <a:pt x="0" y="0"/>
                  </a:lnTo>
                  <a:lnTo>
                    <a:pt x="0" y="69521"/>
                  </a:lnTo>
                  <a:close/>
                  <a:moveTo>
                    <a:pt x="753895" y="86098"/>
                  </a:moveTo>
                  <a:cubicBezTo>
                    <a:pt x="756986" y="81370"/>
                    <a:pt x="758738" y="78691"/>
                    <a:pt x="764737" y="69521"/>
                  </a:cubicBezTo>
                  <a:lnTo>
                    <a:pt x="764737" y="0"/>
                  </a:lnTo>
                  <a:cubicBezTo>
                    <a:pt x="758738" y="9169"/>
                    <a:pt x="756986" y="11848"/>
                    <a:pt x="753895" y="16577"/>
                  </a:cubicBezTo>
                  <a:lnTo>
                    <a:pt x="747195" y="26822"/>
                  </a:lnTo>
                  <a:lnTo>
                    <a:pt x="747195" y="96344"/>
                  </a:lnTo>
                  <a:close/>
                  <a:moveTo>
                    <a:pt x="623398" y="25121"/>
                  </a:moveTo>
                  <a:lnTo>
                    <a:pt x="612902" y="32299"/>
                  </a:lnTo>
                  <a:lnTo>
                    <a:pt x="612896" y="32303"/>
                  </a:lnTo>
                  <a:cubicBezTo>
                    <a:pt x="607271" y="36148"/>
                    <a:pt x="602688" y="39283"/>
                    <a:pt x="594707" y="44742"/>
                  </a:cubicBezTo>
                  <a:lnTo>
                    <a:pt x="624314" y="86098"/>
                  </a:lnTo>
                  <a:close/>
                  <a:moveTo>
                    <a:pt x="613256" y="180533"/>
                  </a:moveTo>
                  <a:lnTo>
                    <a:pt x="636216" y="172244"/>
                  </a:lnTo>
                  <a:lnTo>
                    <a:pt x="636216" y="102722"/>
                  </a:lnTo>
                  <a:lnTo>
                    <a:pt x="613256" y="111012"/>
                  </a:lnTo>
                  <a:lnTo>
                    <a:pt x="590297" y="119301"/>
                  </a:lnTo>
                  <a:lnTo>
                    <a:pt x="590297" y="188822"/>
                  </a:lnTo>
                  <a:close/>
                  <a:moveTo>
                    <a:pt x="458634" y="156701"/>
                  </a:moveTo>
                  <a:cubicBezTo>
                    <a:pt x="469794" y="154899"/>
                    <a:pt x="477368" y="153677"/>
                    <a:pt x="492159" y="151288"/>
                  </a:cubicBezTo>
                  <a:lnTo>
                    <a:pt x="492159" y="81766"/>
                  </a:lnTo>
                  <a:cubicBezTo>
                    <a:pt x="477368" y="84155"/>
                    <a:pt x="469794" y="85378"/>
                    <a:pt x="458634" y="87180"/>
                  </a:cubicBezTo>
                  <a:lnTo>
                    <a:pt x="445739" y="89261"/>
                  </a:lnTo>
                  <a:lnTo>
                    <a:pt x="445739" y="158782"/>
                  </a:lnTo>
                  <a:close/>
                  <a:moveTo>
                    <a:pt x="753895" y="86098"/>
                  </a:moveTo>
                  <a:cubicBezTo>
                    <a:pt x="752287" y="88558"/>
                    <a:pt x="750316" y="91572"/>
                    <a:pt x="747195" y="96344"/>
                  </a:cubicBezTo>
                  <a:moveTo>
                    <a:pt x="636216" y="172244"/>
                  </a:moveTo>
                  <a:cubicBezTo>
                    <a:pt x="624280" y="176553"/>
                    <a:pt x="618768" y="178542"/>
                    <a:pt x="613256" y="180533"/>
                  </a:cubicBezTo>
                  <a:cubicBezTo>
                    <a:pt x="607744" y="182524"/>
                    <a:pt x="602232" y="184513"/>
                    <a:pt x="590297" y="188822"/>
                  </a:cubicBezTo>
                  <a:moveTo>
                    <a:pt x="286548" y="153544"/>
                  </a:moveTo>
                  <a:cubicBezTo>
                    <a:pt x="286223" y="153490"/>
                    <a:pt x="285897" y="153438"/>
                    <a:pt x="285566" y="153385"/>
                  </a:cubicBezTo>
                  <a:cubicBezTo>
                    <a:pt x="281787" y="152774"/>
                    <a:pt x="277598" y="152099"/>
                    <a:pt x="272577" y="151288"/>
                  </a:cubicBezTo>
                  <a:moveTo>
                    <a:pt x="174440" y="188822"/>
                  </a:moveTo>
                  <a:cubicBezTo>
                    <a:pt x="162504" y="184513"/>
                    <a:pt x="156992" y="182524"/>
                    <a:pt x="151480" y="180533"/>
                  </a:cubicBezTo>
                  <a:cubicBezTo>
                    <a:pt x="145968" y="178542"/>
                    <a:pt x="140456" y="176553"/>
                    <a:pt x="128521" y="172244"/>
                  </a:cubicBezTo>
                  <a:moveTo>
                    <a:pt x="6373" y="79269"/>
                  </a:moveTo>
                  <a:cubicBezTo>
                    <a:pt x="4824" y="76898"/>
                    <a:pt x="2912" y="73975"/>
                    <a:pt x="0" y="69521"/>
                  </a:cubicBezTo>
                  <a:moveTo>
                    <a:pt x="753895" y="16577"/>
                  </a:moveTo>
                  <a:cubicBezTo>
                    <a:pt x="752287" y="19037"/>
                    <a:pt x="750316" y="22051"/>
                    <a:pt x="747195" y="26822"/>
                  </a:cubicBezTo>
                  <a:moveTo>
                    <a:pt x="623398" y="25121"/>
                  </a:moveTo>
                  <a:cubicBezTo>
                    <a:pt x="619164" y="28017"/>
                    <a:pt x="615886" y="30258"/>
                    <a:pt x="612902" y="32299"/>
                  </a:cubicBezTo>
                  <a:moveTo>
                    <a:pt x="636216" y="102722"/>
                  </a:moveTo>
                  <a:cubicBezTo>
                    <a:pt x="624280" y="107031"/>
                    <a:pt x="618768" y="109021"/>
                    <a:pt x="613256" y="111012"/>
                  </a:cubicBezTo>
                  <a:cubicBezTo>
                    <a:pt x="607744" y="113002"/>
                    <a:pt x="602232" y="114992"/>
                    <a:pt x="590297" y="119301"/>
                  </a:cubicBezTo>
                  <a:moveTo>
                    <a:pt x="285566" y="83863"/>
                  </a:moveTo>
                  <a:cubicBezTo>
                    <a:pt x="281787" y="83253"/>
                    <a:pt x="277598" y="82577"/>
                    <a:pt x="272577" y="81766"/>
                  </a:cubicBezTo>
                  <a:moveTo>
                    <a:pt x="174440" y="119301"/>
                  </a:moveTo>
                  <a:cubicBezTo>
                    <a:pt x="162504" y="114992"/>
                    <a:pt x="156992" y="113002"/>
                    <a:pt x="151480" y="111012"/>
                  </a:cubicBezTo>
                  <a:cubicBezTo>
                    <a:pt x="145968" y="109021"/>
                    <a:pt x="140456" y="107031"/>
                    <a:pt x="128521" y="102722"/>
                  </a:cubicBezTo>
                  <a:moveTo>
                    <a:pt x="170030" y="44742"/>
                  </a:moveTo>
                  <a:cubicBezTo>
                    <a:pt x="165839" y="41877"/>
                    <a:pt x="162585" y="39652"/>
                    <a:pt x="159626" y="37629"/>
                  </a:cubicBezTo>
                  <a:moveTo>
                    <a:pt x="6373" y="9748"/>
                  </a:moveTo>
                  <a:cubicBezTo>
                    <a:pt x="4824" y="7377"/>
                    <a:pt x="2912" y="4454"/>
                    <a:pt x="0" y="0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3147445" y="2963979"/>
              <a:ext cx="764737" cy="414356"/>
            </a:xfrm>
            <a:custGeom>
              <a:avLst/>
              <a:gdLst/>
              <a:ahLst/>
              <a:cxnLst/>
              <a:rect l="0" t="0" r="0" b="0"/>
              <a:pathLst>
                <a:path w="764737" h="414356">
                  <a:moveTo>
                    <a:pt x="318997" y="355323"/>
                  </a:moveTo>
                  <a:lnTo>
                    <a:pt x="353992" y="414356"/>
                  </a:lnTo>
                  <a:lnTo>
                    <a:pt x="353992" y="344835"/>
                  </a:lnTo>
                  <a:lnTo>
                    <a:pt x="318997" y="285801"/>
                  </a:lnTo>
                  <a:close/>
                  <a:moveTo>
                    <a:pt x="174440" y="385362"/>
                  </a:moveTo>
                  <a:lnTo>
                    <a:pt x="272577" y="347829"/>
                  </a:lnTo>
                  <a:lnTo>
                    <a:pt x="272577" y="278307"/>
                  </a:lnTo>
                  <a:lnTo>
                    <a:pt x="174440" y="315841"/>
                  </a:lnTo>
                  <a:close/>
                  <a:moveTo>
                    <a:pt x="141338" y="221662"/>
                  </a:moveTo>
                  <a:lnTo>
                    <a:pt x="17541" y="223363"/>
                  </a:lnTo>
                  <a:lnTo>
                    <a:pt x="17541" y="292885"/>
                  </a:lnTo>
                  <a:lnTo>
                    <a:pt x="134235" y="291281"/>
                  </a:lnTo>
                  <a:lnTo>
                    <a:pt x="141338" y="281360"/>
                  </a:lnTo>
                  <a:close/>
                  <a:moveTo>
                    <a:pt x="102160" y="161760"/>
                  </a:moveTo>
                  <a:lnTo>
                    <a:pt x="102160" y="137503"/>
                  </a:lnTo>
                  <a:lnTo>
                    <a:pt x="0" y="102722"/>
                  </a:lnTo>
                  <a:lnTo>
                    <a:pt x="0" y="172244"/>
                  </a:lnTo>
                  <a:lnTo>
                    <a:pt x="35681" y="184392"/>
                  </a:lnTo>
                  <a:close/>
                  <a:moveTo>
                    <a:pt x="141338" y="77601"/>
                  </a:moveTo>
                  <a:lnTo>
                    <a:pt x="151763" y="70472"/>
                  </a:lnTo>
                  <a:cubicBezTo>
                    <a:pt x="157423" y="66602"/>
                    <a:pt x="162013" y="63465"/>
                    <a:pt x="170030" y="57979"/>
                  </a:cubicBezTo>
                  <a:lnTo>
                    <a:pt x="128521" y="0"/>
                  </a:lnTo>
                  <a:lnTo>
                    <a:pt x="128521" y="69521"/>
                  </a:lnTo>
                  <a:lnTo>
                    <a:pt x="134235" y="77503"/>
                  </a:lnTo>
                  <a:close/>
                  <a:moveTo>
                    <a:pt x="662576" y="137503"/>
                  </a:moveTo>
                  <a:lnTo>
                    <a:pt x="662576" y="161760"/>
                  </a:lnTo>
                  <a:lnTo>
                    <a:pt x="729055" y="184392"/>
                  </a:lnTo>
                  <a:lnTo>
                    <a:pt x="764737" y="172244"/>
                  </a:lnTo>
                  <a:lnTo>
                    <a:pt x="764737" y="102722"/>
                  </a:lnTo>
                  <a:lnTo>
                    <a:pt x="747195" y="108694"/>
                  </a:lnTo>
                  <a:close/>
                  <a:moveTo>
                    <a:pt x="636216" y="0"/>
                  </a:moveTo>
                  <a:lnTo>
                    <a:pt x="594707" y="57979"/>
                  </a:lnTo>
                  <a:lnTo>
                    <a:pt x="605224" y="65171"/>
                  </a:lnTo>
                  <a:lnTo>
                    <a:pt x="605342" y="65251"/>
                  </a:lnTo>
                  <a:cubicBezTo>
                    <a:pt x="610906" y="69055"/>
                    <a:pt x="615481" y="72184"/>
                    <a:pt x="623398" y="77601"/>
                  </a:cubicBezTo>
                  <a:lnTo>
                    <a:pt x="630501" y="77503"/>
                  </a:lnTo>
                  <a:lnTo>
                    <a:pt x="636216" y="69521"/>
                  </a:lnTo>
                  <a:close/>
                  <a:moveTo>
                    <a:pt x="747195" y="223363"/>
                  </a:moveTo>
                  <a:lnTo>
                    <a:pt x="623398" y="221662"/>
                  </a:lnTo>
                  <a:lnTo>
                    <a:pt x="624314" y="282639"/>
                  </a:lnTo>
                  <a:lnTo>
                    <a:pt x="630501" y="291281"/>
                  </a:lnTo>
                  <a:lnTo>
                    <a:pt x="747195" y="292885"/>
                  </a:lnTo>
                  <a:close/>
                  <a:moveTo>
                    <a:pt x="492159" y="347829"/>
                  </a:moveTo>
                  <a:lnTo>
                    <a:pt x="590297" y="385362"/>
                  </a:lnTo>
                  <a:lnTo>
                    <a:pt x="590297" y="315841"/>
                  </a:lnTo>
                  <a:lnTo>
                    <a:pt x="492159" y="278307"/>
                  </a:lnTo>
                  <a:close/>
                  <a:moveTo>
                    <a:pt x="410744" y="414356"/>
                  </a:moveTo>
                  <a:lnTo>
                    <a:pt x="445739" y="355323"/>
                  </a:lnTo>
                  <a:lnTo>
                    <a:pt x="445739" y="285801"/>
                  </a:lnTo>
                  <a:lnTo>
                    <a:pt x="410744" y="344835"/>
                  </a:lnTo>
                  <a:close/>
                  <a:moveTo>
                    <a:pt x="151763" y="70472"/>
                  </a:moveTo>
                  <a:cubicBezTo>
                    <a:pt x="148798" y="72500"/>
                    <a:pt x="145538" y="74728"/>
                    <a:pt x="141338" y="77601"/>
                  </a:cubicBezTo>
                  <a:moveTo>
                    <a:pt x="605342" y="65251"/>
                  </a:moveTo>
                  <a:cubicBezTo>
                    <a:pt x="605303" y="65225"/>
                    <a:pt x="605264" y="65198"/>
                    <a:pt x="605224" y="65171"/>
                  </a:cubicBezTo>
                  <a:cubicBezTo>
                    <a:pt x="602235" y="63126"/>
                    <a:pt x="598951" y="60882"/>
                    <a:pt x="594707" y="57979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3321249" y="3009501"/>
              <a:ext cx="417129" cy="139400"/>
            </a:xfrm>
            <a:custGeom>
              <a:avLst/>
              <a:gdLst/>
              <a:ahLst/>
              <a:cxnLst/>
              <a:rect l="0" t="0" r="0" b="0"/>
              <a:pathLst>
                <a:path w="417129" h="139400">
                  <a:moveTo>
                    <a:pt x="11909" y="138869"/>
                  </a:moveTo>
                  <a:cubicBezTo>
                    <a:pt x="4196" y="127998"/>
                    <a:pt x="0" y="116297"/>
                    <a:pt x="0" y="104108"/>
                  </a:cubicBezTo>
                  <a:cubicBezTo>
                    <a:pt x="0" y="46611"/>
                    <a:pt x="93379" y="0"/>
                    <a:pt x="208564" y="0"/>
                  </a:cubicBezTo>
                  <a:cubicBezTo>
                    <a:pt x="323750" y="0"/>
                    <a:pt x="417129" y="46611"/>
                    <a:pt x="417129" y="104108"/>
                  </a:cubicBezTo>
                  <a:cubicBezTo>
                    <a:pt x="417129" y="116297"/>
                    <a:pt x="412932" y="127998"/>
                    <a:pt x="405220" y="138869"/>
                  </a:cubicBezTo>
                  <a:moveTo>
                    <a:pt x="405220" y="138869"/>
                  </a:moveTo>
                  <a:cubicBezTo>
                    <a:pt x="386349" y="112270"/>
                    <a:pt x="346435" y="90641"/>
                    <a:pt x="295466" y="78963"/>
                  </a:cubicBezTo>
                  <a:cubicBezTo>
                    <a:pt x="269011" y="72902"/>
                    <a:pt x="239578" y="69523"/>
                    <a:pt x="208564" y="69523"/>
                  </a:cubicBezTo>
                  <a:cubicBezTo>
                    <a:pt x="183102" y="69523"/>
                    <a:pt x="158704" y="71800"/>
                    <a:pt x="136146" y="75970"/>
                  </a:cubicBezTo>
                  <a:cubicBezTo>
                    <a:pt x="78292" y="86664"/>
                    <a:pt x="32532" y="109798"/>
                    <a:pt x="11909" y="138869"/>
                  </a:cubicBezTo>
                  <a:moveTo>
                    <a:pt x="11909" y="138869"/>
                  </a:moveTo>
                  <a:cubicBezTo>
                    <a:pt x="12211" y="139295"/>
                    <a:pt x="11596" y="138445"/>
                    <a:pt x="11909" y="138869"/>
                  </a:cubicBezTo>
                  <a:close/>
                  <a:moveTo>
                    <a:pt x="405220" y="138869"/>
                  </a:moveTo>
                  <a:cubicBezTo>
                    <a:pt x="405613" y="138342"/>
                    <a:pt x="404843" y="139400"/>
                    <a:pt x="405220" y="138869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3147445" y="2918406"/>
              <a:ext cx="764737" cy="390406"/>
            </a:xfrm>
            <a:custGeom>
              <a:avLst/>
              <a:gdLst/>
              <a:ahLst/>
              <a:cxnLst/>
              <a:rect l="0" t="0" r="0" b="0"/>
              <a:pathLst>
                <a:path w="764737" h="390406">
                  <a:moveTo>
                    <a:pt x="764737" y="148295"/>
                  </a:moveTo>
                  <a:lnTo>
                    <a:pt x="662576" y="183074"/>
                  </a:lnTo>
                  <a:lnTo>
                    <a:pt x="662576" y="207331"/>
                  </a:lnTo>
                  <a:lnTo>
                    <a:pt x="764737" y="242112"/>
                  </a:lnTo>
                  <a:cubicBezTo>
                    <a:pt x="758738" y="251282"/>
                    <a:pt x="756986" y="253961"/>
                    <a:pt x="753895" y="258689"/>
                  </a:cubicBezTo>
                  <a:cubicBezTo>
                    <a:pt x="752287" y="261149"/>
                    <a:pt x="750316" y="264163"/>
                    <a:pt x="747195" y="268934"/>
                  </a:cubicBezTo>
                  <a:lnTo>
                    <a:pt x="623398" y="267233"/>
                  </a:lnTo>
                  <a:cubicBezTo>
                    <a:pt x="619164" y="270129"/>
                    <a:pt x="615886" y="272370"/>
                    <a:pt x="612902" y="274410"/>
                  </a:cubicBezTo>
                  <a:lnTo>
                    <a:pt x="612896" y="274415"/>
                  </a:lnTo>
                  <a:cubicBezTo>
                    <a:pt x="607271" y="278261"/>
                    <a:pt x="602688" y="281395"/>
                    <a:pt x="594707" y="286855"/>
                  </a:cubicBezTo>
                  <a:lnTo>
                    <a:pt x="636216" y="344835"/>
                  </a:lnTo>
                  <a:cubicBezTo>
                    <a:pt x="624280" y="349143"/>
                    <a:pt x="618768" y="351133"/>
                    <a:pt x="613256" y="353124"/>
                  </a:cubicBezTo>
                  <a:cubicBezTo>
                    <a:pt x="607744" y="355113"/>
                    <a:pt x="602232" y="357104"/>
                    <a:pt x="590297" y="361412"/>
                  </a:cubicBezTo>
                  <a:lnTo>
                    <a:pt x="492159" y="323878"/>
                  </a:lnTo>
                  <a:cubicBezTo>
                    <a:pt x="477368" y="326267"/>
                    <a:pt x="469794" y="327490"/>
                    <a:pt x="458634" y="329292"/>
                  </a:cubicBezTo>
                  <a:lnTo>
                    <a:pt x="445739" y="331373"/>
                  </a:lnTo>
                  <a:lnTo>
                    <a:pt x="410744" y="390406"/>
                  </a:lnTo>
                  <a:lnTo>
                    <a:pt x="353992" y="390406"/>
                  </a:lnTo>
                  <a:lnTo>
                    <a:pt x="318997" y="331373"/>
                  </a:lnTo>
                  <a:cubicBezTo>
                    <a:pt x="304248" y="328991"/>
                    <a:pt x="296676" y="327768"/>
                    <a:pt x="285566" y="325976"/>
                  </a:cubicBezTo>
                  <a:cubicBezTo>
                    <a:pt x="281787" y="325365"/>
                    <a:pt x="277598" y="324688"/>
                    <a:pt x="272577" y="323878"/>
                  </a:cubicBezTo>
                  <a:lnTo>
                    <a:pt x="174440" y="361412"/>
                  </a:lnTo>
                  <a:cubicBezTo>
                    <a:pt x="162504" y="357104"/>
                    <a:pt x="156992" y="355113"/>
                    <a:pt x="151480" y="353124"/>
                  </a:cubicBezTo>
                  <a:cubicBezTo>
                    <a:pt x="145968" y="351133"/>
                    <a:pt x="140456" y="349143"/>
                    <a:pt x="128521" y="344835"/>
                  </a:cubicBezTo>
                  <a:lnTo>
                    <a:pt x="170030" y="286855"/>
                  </a:lnTo>
                  <a:cubicBezTo>
                    <a:pt x="165839" y="283989"/>
                    <a:pt x="162585" y="281765"/>
                    <a:pt x="159626" y="279742"/>
                  </a:cubicBezTo>
                  <a:cubicBezTo>
                    <a:pt x="153956" y="275865"/>
                    <a:pt x="149365" y="272726"/>
                    <a:pt x="141338" y="267233"/>
                  </a:cubicBezTo>
                  <a:lnTo>
                    <a:pt x="17541" y="268934"/>
                  </a:lnTo>
                  <a:cubicBezTo>
                    <a:pt x="11345" y="259463"/>
                    <a:pt x="9680" y="256916"/>
                    <a:pt x="6390" y="251884"/>
                  </a:cubicBezTo>
                  <a:lnTo>
                    <a:pt x="6373" y="251859"/>
                  </a:lnTo>
                  <a:cubicBezTo>
                    <a:pt x="4824" y="249489"/>
                    <a:pt x="2912" y="246566"/>
                    <a:pt x="0" y="242112"/>
                  </a:cubicBezTo>
                  <a:lnTo>
                    <a:pt x="102160" y="207331"/>
                  </a:lnTo>
                  <a:lnTo>
                    <a:pt x="102160" y="183074"/>
                  </a:lnTo>
                  <a:lnTo>
                    <a:pt x="0" y="148295"/>
                  </a:lnTo>
                  <a:cubicBezTo>
                    <a:pt x="6189" y="138832"/>
                    <a:pt x="7857" y="136281"/>
                    <a:pt x="11141" y="131259"/>
                  </a:cubicBezTo>
                  <a:cubicBezTo>
                    <a:pt x="12696" y="128881"/>
                    <a:pt x="14613" y="125951"/>
                    <a:pt x="17541" y="121472"/>
                  </a:cubicBezTo>
                  <a:lnTo>
                    <a:pt x="141338" y="123172"/>
                  </a:lnTo>
                  <a:cubicBezTo>
                    <a:pt x="145538" y="120300"/>
                    <a:pt x="148798" y="118071"/>
                    <a:pt x="151763" y="116044"/>
                  </a:cubicBezTo>
                  <a:cubicBezTo>
                    <a:pt x="157423" y="112174"/>
                    <a:pt x="162013" y="109036"/>
                    <a:pt x="170030" y="103551"/>
                  </a:cubicBezTo>
                  <a:lnTo>
                    <a:pt x="128521" y="45571"/>
                  </a:lnTo>
                  <a:cubicBezTo>
                    <a:pt x="140456" y="41263"/>
                    <a:pt x="145968" y="39272"/>
                    <a:pt x="151480" y="37283"/>
                  </a:cubicBezTo>
                  <a:cubicBezTo>
                    <a:pt x="156992" y="35292"/>
                    <a:pt x="162504" y="33301"/>
                    <a:pt x="174440" y="28993"/>
                  </a:cubicBezTo>
                  <a:lnTo>
                    <a:pt x="272577" y="66527"/>
                  </a:lnTo>
                  <a:cubicBezTo>
                    <a:pt x="287203" y="64166"/>
                    <a:pt x="294773" y="62943"/>
                    <a:pt x="305731" y="61175"/>
                  </a:cubicBezTo>
                  <a:lnTo>
                    <a:pt x="318997" y="59033"/>
                  </a:lnTo>
                  <a:lnTo>
                    <a:pt x="353992" y="0"/>
                  </a:lnTo>
                  <a:lnTo>
                    <a:pt x="410744" y="0"/>
                  </a:lnTo>
                  <a:lnTo>
                    <a:pt x="445739" y="59033"/>
                  </a:lnTo>
                  <a:cubicBezTo>
                    <a:pt x="465505" y="62225"/>
                    <a:pt x="472383" y="63335"/>
                    <a:pt x="492159" y="66527"/>
                  </a:cubicBezTo>
                  <a:lnTo>
                    <a:pt x="590297" y="28993"/>
                  </a:lnTo>
                  <a:cubicBezTo>
                    <a:pt x="602232" y="33301"/>
                    <a:pt x="607744" y="35292"/>
                    <a:pt x="613256" y="37283"/>
                  </a:cubicBezTo>
                  <a:cubicBezTo>
                    <a:pt x="618768" y="39272"/>
                    <a:pt x="624280" y="41263"/>
                    <a:pt x="636216" y="45571"/>
                  </a:cubicBezTo>
                  <a:lnTo>
                    <a:pt x="594707" y="103551"/>
                  </a:lnTo>
                  <a:cubicBezTo>
                    <a:pt x="598951" y="106453"/>
                    <a:pt x="602235" y="108699"/>
                    <a:pt x="605224" y="110743"/>
                  </a:cubicBezTo>
                  <a:cubicBezTo>
                    <a:pt x="605264" y="110769"/>
                    <a:pt x="605303" y="110796"/>
                    <a:pt x="605342" y="110823"/>
                  </a:cubicBezTo>
                  <a:cubicBezTo>
                    <a:pt x="610906" y="114628"/>
                    <a:pt x="615481" y="117755"/>
                    <a:pt x="623398" y="123172"/>
                  </a:cubicBezTo>
                  <a:lnTo>
                    <a:pt x="747195" y="121472"/>
                  </a:lnTo>
                  <a:cubicBezTo>
                    <a:pt x="753193" y="130640"/>
                    <a:pt x="754945" y="133319"/>
                    <a:pt x="758035" y="138046"/>
                  </a:cubicBezTo>
                  <a:cubicBezTo>
                    <a:pt x="759643" y="140506"/>
                    <a:pt x="761615" y="143521"/>
                    <a:pt x="764737" y="148295"/>
                  </a:cubicBezTo>
                  <a:close/>
                  <a:moveTo>
                    <a:pt x="173803" y="195203"/>
                  </a:moveTo>
                  <a:cubicBezTo>
                    <a:pt x="173803" y="207393"/>
                    <a:pt x="178000" y="219093"/>
                    <a:pt x="185712" y="229964"/>
                  </a:cubicBezTo>
                  <a:cubicBezTo>
                    <a:pt x="214377" y="270369"/>
                    <a:pt x="291603" y="299312"/>
                    <a:pt x="382368" y="299312"/>
                  </a:cubicBezTo>
                  <a:cubicBezTo>
                    <a:pt x="473133" y="299312"/>
                    <a:pt x="550359" y="270369"/>
                    <a:pt x="579024" y="229964"/>
                  </a:cubicBezTo>
                  <a:cubicBezTo>
                    <a:pt x="586736" y="219093"/>
                    <a:pt x="590933" y="207393"/>
                    <a:pt x="590933" y="195203"/>
                  </a:cubicBezTo>
                  <a:cubicBezTo>
                    <a:pt x="590933" y="137707"/>
                    <a:pt x="497554" y="91095"/>
                    <a:pt x="382368" y="91095"/>
                  </a:cubicBezTo>
                  <a:cubicBezTo>
                    <a:pt x="267182" y="91095"/>
                    <a:pt x="173803" y="137707"/>
                    <a:pt x="173803" y="195203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7318739" y="2918406"/>
            <a:ext cx="764733" cy="459933"/>
            <a:chOff x="7318739" y="2918406"/>
            <a:chExt cx="764733" cy="459933"/>
          </a:xfrm>
        </p:grpSpPr>
        <p:sp>
          <p:nvSpPr>
            <p:cNvPr id="80" name="Rounded Rectangle 79"/>
            <p:cNvSpPr/>
            <p:nvPr/>
          </p:nvSpPr>
          <p:spPr>
            <a:xfrm>
              <a:off x="7318739" y="3160522"/>
              <a:ext cx="764733" cy="217817"/>
            </a:xfrm>
            <a:custGeom>
              <a:avLst/>
              <a:gdLst/>
              <a:ahLst/>
              <a:cxnLst/>
              <a:rect l="0" t="0" r="0" b="0"/>
              <a:pathLst>
                <a:path w="764733" h="217817">
                  <a:moveTo>
                    <a:pt x="353996" y="217817"/>
                  </a:moveTo>
                  <a:lnTo>
                    <a:pt x="410746" y="217817"/>
                  </a:lnTo>
                  <a:lnTo>
                    <a:pt x="410746" y="148294"/>
                  </a:lnTo>
                  <a:lnTo>
                    <a:pt x="353996" y="148294"/>
                  </a:lnTo>
                  <a:lnTo>
                    <a:pt x="353996" y="217817"/>
                  </a:lnTo>
                  <a:moveTo>
                    <a:pt x="285569" y="153381"/>
                  </a:moveTo>
                  <a:lnTo>
                    <a:pt x="286550" y="153381"/>
                  </a:lnTo>
                  <a:cubicBezTo>
                    <a:pt x="297132" y="155247"/>
                    <a:pt x="304685" y="156467"/>
                    <a:pt x="319001" y="158781"/>
                  </a:cubicBezTo>
                  <a:lnTo>
                    <a:pt x="319001" y="89258"/>
                  </a:lnTo>
                  <a:cubicBezTo>
                    <a:pt x="304247" y="86877"/>
                    <a:pt x="296675" y="85658"/>
                    <a:pt x="285569" y="83858"/>
                  </a:cubicBezTo>
                  <a:lnTo>
                    <a:pt x="272576" y="81762"/>
                  </a:lnTo>
                  <a:lnTo>
                    <a:pt x="272576" y="151285"/>
                  </a:lnTo>
                  <a:lnTo>
                    <a:pt x="285569" y="153381"/>
                  </a:lnTo>
                  <a:moveTo>
                    <a:pt x="151476" y="180536"/>
                  </a:moveTo>
                  <a:lnTo>
                    <a:pt x="174440" y="188823"/>
                  </a:lnTo>
                  <a:lnTo>
                    <a:pt x="174440" y="119300"/>
                  </a:lnTo>
                  <a:lnTo>
                    <a:pt x="151476" y="111013"/>
                  </a:lnTo>
                  <a:lnTo>
                    <a:pt x="128520" y="102717"/>
                  </a:lnTo>
                  <a:lnTo>
                    <a:pt x="128520" y="172240"/>
                  </a:lnTo>
                  <a:lnTo>
                    <a:pt x="151476" y="180536"/>
                  </a:lnTo>
                  <a:moveTo>
                    <a:pt x="170030" y="44738"/>
                  </a:moveTo>
                  <a:lnTo>
                    <a:pt x="159629" y="37623"/>
                  </a:lnTo>
                  <a:cubicBezTo>
                    <a:pt x="153952" y="33747"/>
                    <a:pt x="149361" y="30613"/>
                    <a:pt x="141341" y="25117"/>
                  </a:cubicBezTo>
                  <a:lnTo>
                    <a:pt x="141341" y="84820"/>
                  </a:lnTo>
                  <a:lnTo>
                    <a:pt x="170030" y="44738"/>
                  </a:lnTo>
                  <a:moveTo>
                    <a:pt x="6372" y="79267"/>
                  </a:moveTo>
                  <a:cubicBezTo>
                    <a:pt x="9677" y="84315"/>
                    <a:pt x="11334" y="86858"/>
                    <a:pt x="17545" y="96345"/>
                  </a:cubicBezTo>
                  <a:lnTo>
                    <a:pt x="17545" y="26822"/>
                  </a:lnTo>
                  <a:cubicBezTo>
                    <a:pt x="11344" y="17354"/>
                    <a:pt x="9677" y="14801"/>
                    <a:pt x="6391" y="9772"/>
                  </a:cubicBezTo>
                  <a:lnTo>
                    <a:pt x="0" y="0"/>
                  </a:lnTo>
                  <a:lnTo>
                    <a:pt x="0" y="69522"/>
                  </a:lnTo>
                  <a:lnTo>
                    <a:pt x="6372" y="79267"/>
                  </a:lnTo>
                  <a:moveTo>
                    <a:pt x="753894" y="86096"/>
                  </a:moveTo>
                  <a:cubicBezTo>
                    <a:pt x="756989" y="81372"/>
                    <a:pt x="758742" y="78686"/>
                    <a:pt x="764733" y="69522"/>
                  </a:cubicBezTo>
                  <a:lnTo>
                    <a:pt x="764733" y="0"/>
                  </a:lnTo>
                  <a:cubicBezTo>
                    <a:pt x="758742" y="9172"/>
                    <a:pt x="756989" y="11849"/>
                    <a:pt x="753894" y="16573"/>
                  </a:cubicBezTo>
                  <a:lnTo>
                    <a:pt x="747198" y="26822"/>
                  </a:lnTo>
                  <a:lnTo>
                    <a:pt x="747198" y="96345"/>
                  </a:lnTo>
                  <a:lnTo>
                    <a:pt x="753894" y="86096"/>
                  </a:lnTo>
                  <a:moveTo>
                    <a:pt x="623401" y="25117"/>
                  </a:moveTo>
                  <a:lnTo>
                    <a:pt x="612905" y="32299"/>
                  </a:lnTo>
                  <a:cubicBezTo>
                    <a:pt x="607275" y="36147"/>
                    <a:pt x="602684" y="39281"/>
                    <a:pt x="594702" y="44738"/>
                  </a:cubicBezTo>
                  <a:lnTo>
                    <a:pt x="624316" y="86096"/>
                  </a:lnTo>
                  <a:lnTo>
                    <a:pt x="623401" y="25117"/>
                  </a:lnTo>
                  <a:moveTo>
                    <a:pt x="613257" y="180536"/>
                  </a:moveTo>
                  <a:lnTo>
                    <a:pt x="636212" y="172240"/>
                  </a:lnTo>
                  <a:lnTo>
                    <a:pt x="636212" y="102717"/>
                  </a:lnTo>
                  <a:lnTo>
                    <a:pt x="613257" y="111013"/>
                  </a:lnTo>
                  <a:lnTo>
                    <a:pt x="590292" y="119300"/>
                  </a:lnTo>
                  <a:lnTo>
                    <a:pt x="590292" y="188823"/>
                  </a:lnTo>
                  <a:lnTo>
                    <a:pt x="613257" y="180536"/>
                  </a:lnTo>
                  <a:moveTo>
                    <a:pt x="458638" y="156695"/>
                  </a:moveTo>
                  <a:cubicBezTo>
                    <a:pt x="469792" y="154895"/>
                    <a:pt x="477364" y="153676"/>
                    <a:pt x="492156" y="151285"/>
                  </a:cubicBezTo>
                  <a:lnTo>
                    <a:pt x="492156" y="81762"/>
                  </a:lnTo>
                  <a:cubicBezTo>
                    <a:pt x="477364" y="84153"/>
                    <a:pt x="469792" y="85372"/>
                    <a:pt x="458638" y="87182"/>
                  </a:cubicBezTo>
                  <a:lnTo>
                    <a:pt x="445741" y="89258"/>
                  </a:lnTo>
                  <a:lnTo>
                    <a:pt x="445741" y="158781"/>
                  </a:lnTo>
                  <a:lnTo>
                    <a:pt x="458638" y="156695"/>
                  </a:lnTo>
                  <a:moveTo>
                    <a:pt x="6372" y="9744"/>
                  </a:moveTo>
                  <a:lnTo>
                    <a:pt x="0" y="0"/>
                  </a:lnTo>
                  <a:cubicBezTo>
                    <a:pt x="2914" y="4448"/>
                    <a:pt x="4829" y="7372"/>
                    <a:pt x="6372" y="9744"/>
                  </a:cubicBez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7318739" y="2963983"/>
              <a:ext cx="764733" cy="414356"/>
            </a:xfrm>
            <a:custGeom>
              <a:avLst/>
              <a:gdLst/>
              <a:ahLst/>
              <a:cxnLst/>
              <a:rect l="0" t="0" r="0" b="0"/>
              <a:pathLst>
                <a:path w="764733" h="414356">
                  <a:moveTo>
                    <a:pt x="319001" y="355320"/>
                  </a:moveTo>
                  <a:lnTo>
                    <a:pt x="353996" y="414356"/>
                  </a:lnTo>
                  <a:lnTo>
                    <a:pt x="353996" y="344833"/>
                  </a:lnTo>
                  <a:lnTo>
                    <a:pt x="319001" y="285797"/>
                  </a:lnTo>
                  <a:lnTo>
                    <a:pt x="319001" y="355320"/>
                  </a:lnTo>
                  <a:moveTo>
                    <a:pt x="174440" y="385362"/>
                  </a:moveTo>
                  <a:lnTo>
                    <a:pt x="272576" y="347824"/>
                  </a:lnTo>
                  <a:lnTo>
                    <a:pt x="272576" y="278301"/>
                  </a:lnTo>
                  <a:lnTo>
                    <a:pt x="174440" y="315839"/>
                  </a:lnTo>
                  <a:lnTo>
                    <a:pt x="174440" y="385362"/>
                  </a:lnTo>
                  <a:moveTo>
                    <a:pt x="141341" y="221656"/>
                  </a:moveTo>
                  <a:lnTo>
                    <a:pt x="17545" y="223361"/>
                  </a:lnTo>
                  <a:lnTo>
                    <a:pt x="17545" y="292884"/>
                  </a:lnTo>
                  <a:lnTo>
                    <a:pt x="134235" y="291274"/>
                  </a:lnTo>
                  <a:lnTo>
                    <a:pt x="141341" y="281358"/>
                  </a:lnTo>
                  <a:lnTo>
                    <a:pt x="141341" y="221656"/>
                  </a:lnTo>
                  <a:moveTo>
                    <a:pt x="102165" y="161753"/>
                  </a:moveTo>
                  <a:lnTo>
                    <a:pt x="102165" y="137502"/>
                  </a:lnTo>
                  <a:lnTo>
                    <a:pt x="0" y="102717"/>
                  </a:lnTo>
                  <a:lnTo>
                    <a:pt x="0" y="172240"/>
                  </a:lnTo>
                  <a:lnTo>
                    <a:pt x="35680" y="184384"/>
                  </a:lnTo>
                  <a:lnTo>
                    <a:pt x="102165" y="161753"/>
                  </a:lnTo>
                  <a:moveTo>
                    <a:pt x="141341" y="77600"/>
                  </a:moveTo>
                  <a:lnTo>
                    <a:pt x="151761" y="70465"/>
                  </a:lnTo>
                  <a:cubicBezTo>
                    <a:pt x="157419" y="66598"/>
                    <a:pt x="162010" y="63465"/>
                    <a:pt x="170030" y="57978"/>
                  </a:cubicBezTo>
                  <a:lnTo>
                    <a:pt x="128520" y="0"/>
                  </a:lnTo>
                  <a:lnTo>
                    <a:pt x="128520" y="69513"/>
                  </a:lnTo>
                  <a:lnTo>
                    <a:pt x="134235" y="77495"/>
                  </a:lnTo>
                  <a:lnTo>
                    <a:pt x="141341" y="77495"/>
                  </a:lnTo>
                  <a:moveTo>
                    <a:pt x="662578" y="137502"/>
                  </a:moveTo>
                  <a:lnTo>
                    <a:pt x="662578" y="161753"/>
                  </a:lnTo>
                  <a:lnTo>
                    <a:pt x="729053" y="184384"/>
                  </a:lnTo>
                  <a:lnTo>
                    <a:pt x="764733" y="172240"/>
                  </a:lnTo>
                  <a:lnTo>
                    <a:pt x="764733" y="102717"/>
                  </a:lnTo>
                  <a:lnTo>
                    <a:pt x="747198" y="108689"/>
                  </a:lnTo>
                  <a:lnTo>
                    <a:pt x="662578" y="137502"/>
                  </a:lnTo>
                  <a:moveTo>
                    <a:pt x="636212" y="0"/>
                  </a:moveTo>
                  <a:lnTo>
                    <a:pt x="594702" y="57978"/>
                  </a:lnTo>
                  <a:lnTo>
                    <a:pt x="605228" y="65170"/>
                  </a:lnTo>
                  <a:cubicBezTo>
                    <a:pt x="610904" y="69046"/>
                    <a:pt x="615476" y="72180"/>
                    <a:pt x="623401" y="77600"/>
                  </a:cubicBezTo>
                  <a:lnTo>
                    <a:pt x="630497" y="77600"/>
                  </a:lnTo>
                  <a:lnTo>
                    <a:pt x="636212" y="69513"/>
                  </a:lnTo>
                  <a:lnTo>
                    <a:pt x="636212" y="0"/>
                  </a:lnTo>
                  <a:moveTo>
                    <a:pt x="747198" y="223361"/>
                  </a:moveTo>
                  <a:lnTo>
                    <a:pt x="623401" y="221656"/>
                  </a:lnTo>
                  <a:lnTo>
                    <a:pt x="624316" y="282635"/>
                  </a:lnTo>
                  <a:lnTo>
                    <a:pt x="630497" y="291274"/>
                  </a:lnTo>
                  <a:lnTo>
                    <a:pt x="747198" y="292884"/>
                  </a:lnTo>
                  <a:lnTo>
                    <a:pt x="747198" y="223361"/>
                  </a:lnTo>
                  <a:moveTo>
                    <a:pt x="492156" y="347824"/>
                  </a:moveTo>
                  <a:lnTo>
                    <a:pt x="590292" y="385362"/>
                  </a:lnTo>
                  <a:lnTo>
                    <a:pt x="590292" y="315839"/>
                  </a:lnTo>
                  <a:lnTo>
                    <a:pt x="492156" y="278301"/>
                  </a:lnTo>
                  <a:lnTo>
                    <a:pt x="492156" y="347824"/>
                  </a:lnTo>
                  <a:moveTo>
                    <a:pt x="410746" y="414356"/>
                  </a:moveTo>
                  <a:lnTo>
                    <a:pt x="445741" y="355320"/>
                  </a:lnTo>
                  <a:lnTo>
                    <a:pt x="445741" y="285797"/>
                  </a:lnTo>
                  <a:lnTo>
                    <a:pt x="410746" y="344833"/>
                  </a:lnTo>
                  <a:lnTo>
                    <a:pt x="410746" y="414356"/>
                  </a:lnTo>
                  <a:moveTo>
                    <a:pt x="594702" y="57978"/>
                  </a:moveTo>
                  <a:lnTo>
                    <a:pt x="605342" y="65246"/>
                  </a:lnTo>
                  <a:cubicBezTo>
                    <a:pt x="605304" y="65217"/>
                    <a:pt x="605266" y="65198"/>
                    <a:pt x="605228" y="65170"/>
                  </a:cubicBezTo>
                  <a:cubicBezTo>
                    <a:pt x="602237" y="63122"/>
                    <a:pt x="598951" y="60874"/>
                    <a:pt x="594702" y="57978"/>
                  </a:cubicBez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7492541" y="3009503"/>
              <a:ext cx="417128" cy="139398"/>
            </a:xfrm>
            <a:custGeom>
              <a:avLst/>
              <a:gdLst/>
              <a:ahLst/>
              <a:cxnLst/>
              <a:rect l="0" t="0" r="0" b="0"/>
              <a:pathLst>
                <a:path w="417128" h="139398">
                  <a:moveTo>
                    <a:pt x="11906" y="138864"/>
                  </a:moveTo>
                  <a:cubicBezTo>
                    <a:pt x="4200" y="127996"/>
                    <a:pt x="0" y="116290"/>
                    <a:pt x="0" y="104108"/>
                  </a:cubicBezTo>
                  <a:cubicBezTo>
                    <a:pt x="0" y="46605"/>
                    <a:pt x="93383" y="0"/>
                    <a:pt x="208568" y="0"/>
                  </a:cubicBezTo>
                  <a:cubicBezTo>
                    <a:pt x="323754" y="0"/>
                    <a:pt x="417128" y="46605"/>
                    <a:pt x="417128" y="104108"/>
                  </a:cubicBezTo>
                  <a:cubicBezTo>
                    <a:pt x="417128" y="116290"/>
                    <a:pt x="412937" y="127996"/>
                    <a:pt x="405222" y="138864"/>
                  </a:cubicBezTo>
                  <a:moveTo>
                    <a:pt x="405222" y="138864"/>
                  </a:moveTo>
                  <a:cubicBezTo>
                    <a:pt x="386353" y="112271"/>
                    <a:pt x="346433" y="90639"/>
                    <a:pt x="295465" y="78962"/>
                  </a:cubicBezTo>
                  <a:cubicBezTo>
                    <a:pt x="269014" y="72904"/>
                    <a:pt x="239582" y="69522"/>
                    <a:pt x="208568" y="69522"/>
                  </a:cubicBezTo>
                  <a:cubicBezTo>
                    <a:pt x="183099" y="69522"/>
                    <a:pt x="158705" y="71799"/>
                    <a:pt x="136150" y="75971"/>
                  </a:cubicBezTo>
                  <a:cubicBezTo>
                    <a:pt x="78295" y="86658"/>
                    <a:pt x="32537" y="109794"/>
                    <a:pt x="11906" y="138864"/>
                  </a:cubicBezTo>
                  <a:moveTo>
                    <a:pt x="11906" y="138864"/>
                  </a:moveTo>
                  <a:cubicBezTo>
                    <a:pt x="12211" y="139293"/>
                    <a:pt x="11601" y="138445"/>
                    <a:pt x="11906" y="138864"/>
                  </a:cubicBezTo>
                  <a:moveTo>
                    <a:pt x="405222" y="138864"/>
                  </a:moveTo>
                  <a:cubicBezTo>
                    <a:pt x="405612" y="138341"/>
                    <a:pt x="404841" y="139398"/>
                    <a:pt x="405222" y="138864"/>
                  </a:cubicBez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7318739" y="2918406"/>
              <a:ext cx="764733" cy="390410"/>
            </a:xfrm>
            <a:custGeom>
              <a:avLst/>
              <a:gdLst/>
              <a:ahLst/>
              <a:cxnLst/>
              <a:rect l="0" t="0" r="0" b="0"/>
              <a:pathLst>
                <a:path w="764733" h="390410">
                  <a:moveTo>
                    <a:pt x="764733" y="148294"/>
                  </a:moveTo>
                  <a:lnTo>
                    <a:pt x="662578" y="183070"/>
                  </a:lnTo>
                  <a:lnTo>
                    <a:pt x="662578" y="207330"/>
                  </a:lnTo>
                  <a:lnTo>
                    <a:pt x="764733" y="242115"/>
                  </a:lnTo>
                  <a:cubicBezTo>
                    <a:pt x="758742" y="251279"/>
                    <a:pt x="756989" y="253965"/>
                    <a:pt x="753894" y="258689"/>
                  </a:cubicBezTo>
                  <a:cubicBezTo>
                    <a:pt x="752284" y="261146"/>
                    <a:pt x="750312" y="264166"/>
                    <a:pt x="747198" y="268938"/>
                  </a:cubicBezTo>
                  <a:lnTo>
                    <a:pt x="623401" y="267233"/>
                  </a:lnTo>
                  <a:cubicBezTo>
                    <a:pt x="619163" y="270129"/>
                    <a:pt x="615886" y="272367"/>
                    <a:pt x="612905" y="274415"/>
                  </a:cubicBezTo>
                  <a:cubicBezTo>
                    <a:pt x="607275" y="278263"/>
                    <a:pt x="602684" y="281397"/>
                    <a:pt x="594702" y="286854"/>
                  </a:cubicBezTo>
                  <a:lnTo>
                    <a:pt x="636212" y="344833"/>
                  </a:lnTo>
                  <a:cubicBezTo>
                    <a:pt x="624278" y="349138"/>
                    <a:pt x="618772" y="351129"/>
                    <a:pt x="613257" y="353120"/>
                  </a:cubicBezTo>
                  <a:cubicBezTo>
                    <a:pt x="607742" y="355111"/>
                    <a:pt x="602237" y="357101"/>
                    <a:pt x="590292" y="361416"/>
                  </a:cubicBezTo>
                  <a:lnTo>
                    <a:pt x="492156" y="323878"/>
                  </a:lnTo>
                  <a:cubicBezTo>
                    <a:pt x="477364" y="326269"/>
                    <a:pt x="469792" y="327488"/>
                    <a:pt x="458638" y="329288"/>
                  </a:cubicBezTo>
                  <a:lnTo>
                    <a:pt x="445741" y="331374"/>
                  </a:lnTo>
                  <a:lnTo>
                    <a:pt x="410746" y="390410"/>
                  </a:lnTo>
                  <a:lnTo>
                    <a:pt x="353996" y="390410"/>
                  </a:lnTo>
                  <a:lnTo>
                    <a:pt x="319001" y="331374"/>
                  </a:lnTo>
                  <a:cubicBezTo>
                    <a:pt x="304247" y="328993"/>
                    <a:pt x="296675" y="327764"/>
                    <a:pt x="285569" y="325974"/>
                  </a:cubicBezTo>
                  <a:cubicBezTo>
                    <a:pt x="281787" y="325364"/>
                    <a:pt x="277596" y="324688"/>
                    <a:pt x="272576" y="323878"/>
                  </a:cubicBezTo>
                  <a:lnTo>
                    <a:pt x="174440" y="361416"/>
                  </a:lnTo>
                  <a:cubicBezTo>
                    <a:pt x="162506" y="357101"/>
                    <a:pt x="156991" y="355111"/>
                    <a:pt x="151476" y="353120"/>
                  </a:cubicBezTo>
                  <a:cubicBezTo>
                    <a:pt x="145970" y="351129"/>
                    <a:pt x="140455" y="349138"/>
                    <a:pt x="128520" y="344833"/>
                  </a:cubicBezTo>
                  <a:lnTo>
                    <a:pt x="170030" y="286854"/>
                  </a:lnTo>
                  <a:cubicBezTo>
                    <a:pt x="165839" y="283987"/>
                    <a:pt x="162582" y="281768"/>
                    <a:pt x="159629" y="279739"/>
                  </a:cubicBezTo>
                  <a:cubicBezTo>
                    <a:pt x="153952" y="275863"/>
                    <a:pt x="149361" y="272729"/>
                    <a:pt x="141341" y="267233"/>
                  </a:cubicBezTo>
                  <a:lnTo>
                    <a:pt x="17545" y="268938"/>
                  </a:lnTo>
                  <a:cubicBezTo>
                    <a:pt x="11344" y="259461"/>
                    <a:pt x="9677" y="256917"/>
                    <a:pt x="6391" y="251888"/>
                  </a:cubicBezTo>
                  <a:cubicBezTo>
                    <a:pt x="4829" y="249488"/>
                    <a:pt x="2914" y="246564"/>
                    <a:pt x="0" y="242115"/>
                  </a:cubicBezTo>
                  <a:lnTo>
                    <a:pt x="102165" y="207330"/>
                  </a:lnTo>
                  <a:lnTo>
                    <a:pt x="102165" y="183070"/>
                  </a:lnTo>
                  <a:lnTo>
                    <a:pt x="0" y="148294"/>
                  </a:lnTo>
                  <a:cubicBezTo>
                    <a:pt x="6191" y="138836"/>
                    <a:pt x="7858" y="136283"/>
                    <a:pt x="11144" y="131254"/>
                  </a:cubicBezTo>
                  <a:cubicBezTo>
                    <a:pt x="12696" y="128882"/>
                    <a:pt x="14611" y="125949"/>
                    <a:pt x="17545" y="121472"/>
                  </a:cubicBezTo>
                  <a:lnTo>
                    <a:pt x="141341" y="123167"/>
                  </a:lnTo>
                  <a:cubicBezTo>
                    <a:pt x="145541" y="120300"/>
                    <a:pt x="148799" y="118071"/>
                    <a:pt x="151761" y="116043"/>
                  </a:cubicBezTo>
                  <a:cubicBezTo>
                    <a:pt x="157419" y="112175"/>
                    <a:pt x="162010" y="109032"/>
                    <a:pt x="170030" y="103555"/>
                  </a:cubicBezTo>
                  <a:lnTo>
                    <a:pt x="128520" y="45567"/>
                  </a:lnTo>
                  <a:cubicBezTo>
                    <a:pt x="140455" y="41262"/>
                    <a:pt x="145970" y="39271"/>
                    <a:pt x="151476" y="37280"/>
                  </a:cubicBezTo>
                  <a:cubicBezTo>
                    <a:pt x="156991" y="35290"/>
                    <a:pt x="162506" y="33299"/>
                    <a:pt x="174440" y="28994"/>
                  </a:cubicBezTo>
                  <a:lnTo>
                    <a:pt x="272576" y="66532"/>
                  </a:lnTo>
                  <a:cubicBezTo>
                    <a:pt x="287207" y="64169"/>
                    <a:pt x="294770" y="62941"/>
                    <a:pt x="305733" y="61179"/>
                  </a:cubicBezTo>
                  <a:lnTo>
                    <a:pt x="319001" y="59035"/>
                  </a:lnTo>
                  <a:lnTo>
                    <a:pt x="353996" y="0"/>
                  </a:lnTo>
                  <a:lnTo>
                    <a:pt x="410746" y="0"/>
                  </a:lnTo>
                  <a:lnTo>
                    <a:pt x="445741" y="59035"/>
                  </a:lnTo>
                  <a:cubicBezTo>
                    <a:pt x="465505" y="62226"/>
                    <a:pt x="472382" y="63331"/>
                    <a:pt x="492156" y="66532"/>
                  </a:cubicBezTo>
                  <a:lnTo>
                    <a:pt x="590292" y="28994"/>
                  </a:lnTo>
                  <a:cubicBezTo>
                    <a:pt x="602237" y="33299"/>
                    <a:pt x="607742" y="35290"/>
                    <a:pt x="613257" y="37280"/>
                  </a:cubicBezTo>
                  <a:cubicBezTo>
                    <a:pt x="618772" y="39271"/>
                    <a:pt x="624278" y="41262"/>
                    <a:pt x="636212" y="45567"/>
                  </a:cubicBezTo>
                  <a:lnTo>
                    <a:pt x="594702" y="103555"/>
                  </a:lnTo>
                  <a:cubicBezTo>
                    <a:pt x="598951" y="106451"/>
                    <a:pt x="602237" y="108699"/>
                    <a:pt x="605228" y="110747"/>
                  </a:cubicBezTo>
                  <a:cubicBezTo>
                    <a:pt x="605266" y="110766"/>
                    <a:pt x="605304" y="110794"/>
                    <a:pt x="605342" y="110823"/>
                  </a:cubicBezTo>
                  <a:cubicBezTo>
                    <a:pt x="610904" y="114623"/>
                    <a:pt x="615476" y="117757"/>
                    <a:pt x="623401" y="123167"/>
                  </a:cubicBezTo>
                  <a:lnTo>
                    <a:pt x="747198" y="121472"/>
                  </a:lnTo>
                  <a:cubicBezTo>
                    <a:pt x="753189" y="130644"/>
                    <a:pt x="754941" y="133321"/>
                    <a:pt x="758037" y="138045"/>
                  </a:cubicBezTo>
                  <a:cubicBezTo>
                    <a:pt x="759647" y="140503"/>
                    <a:pt x="761619" y="143522"/>
                    <a:pt x="764733" y="148294"/>
                  </a:cubicBezTo>
                  <a:moveTo>
                    <a:pt x="173802" y="195205"/>
                  </a:moveTo>
                  <a:cubicBezTo>
                    <a:pt x="173802" y="207397"/>
                    <a:pt x="178003" y="219094"/>
                    <a:pt x="185708" y="229962"/>
                  </a:cubicBezTo>
                  <a:cubicBezTo>
                    <a:pt x="214379" y="270367"/>
                    <a:pt x="291607" y="299313"/>
                    <a:pt x="382371" y="299313"/>
                  </a:cubicBezTo>
                  <a:cubicBezTo>
                    <a:pt x="473135" y="299313"/>
                    <a:pt x="550364" y="270367"/>
                    <a:pt x="579024" y="229962"/>
                  </a:cubicBezTo>
                  <a:cubicBezTo>
                    <a:pt x="586740" y="219094"/>
                    <a:pt x="590930" y="207397"/>
                    <a:pt x="590930" y="195205"/>
                  </a:cubicBezTo>
                  <a:cubicBezTo>
                    <a:pt x="590930" y="137702"/>
                    <a:pt x="497557" y="91097"/>
                    <a:pt x="382371" y="91097"/>
                  </a:cubicBezTo>
                  <a:cubicBezTo>
                    <a:pt x="267185" y="91097"/>
                    <a:pt x="173802" y="137702"/>
                    <a:pt x="173802" y="195205"/>
                  </a:cubicBez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318739" y="2918406"/>
            <a:ext cx="764737" cy="459931"/>
            <a:chOff x="7318739" y="2918406"/>
            <a:chExt cx="764737" cy="459931"/>
          </a:xfrm>
        </p:grpSpPr>
        <p:sp>
          <p:nvSpPr>
            <p:cNvPr id="85" name="Rounded Rectangle 84"/>
            <p:cNvSpPr/>
            <p:nvPr/>
          </p:nvSpPr>
          <p:spPr>
            <a:xfrm>
              <a:off x="7318739" y="3160521"/>
              <a:ext cx="764737" cy="217816"/>
            </a:xfrm>
            <a:custGeom>
              <a:avLst/>
              <a:gdLst/>
              <a:ahLst/>
              <a:cxnLst/>
              <a:rect l="0" t="0" r="0" b="0"/>
              <a:pathLst>
                <a:path w="764737" h="217816">
                  <a:moveTo>
                    <a:pt x="353992" y="217816"/>
                  </a:moveTo>
                  <a:lnTo>
                    <a:pt x="410744" y="217816"/>
                  </a:lnTo>
                  <a:lnTo>
                    <a:pt x="410744" y="148295"/>
                  </a:lnTo>
                  <a:lnTo>
                    <a:pt x="353992" y="148295"/>
                  </a:lnTo>
                  <a:close/>
                  <a:moveTo>
                    <a:pt x="285566" y="153385"/>
                  </a:moveTo>
                  <a:lnTo>
                    <a:pt x="286548" y="153544"/>
                  </a:lnTo>
                  <a:cubicBezTo>
                    <a:pt x="297132" y="155252"/>
                    <a:pt x="304687" y="156472"/>
                    <a:pt x="318997" y="158782"/>
                  </a:cubicBezTo>
                  <a:lnTo>
                    <a:pt x="318997" y="89261"/>
                  </a:lnTo>
                  <a:cubicBezTo>
                    <a:pt x="304248" y="86879"/>
                    <a:pt x="296676" y="85657"/>
                    <a:pt x="285566" y="83863"/>
                  </a:cubicBezTo>
                  <a:lnTo>
                    <a:pt x="272577" y="81766"/>
                  </a:lnTo>
                  <a:lnTo>
                    <a:pt x="272577" y="151288"/>
                  </a:lnTo>
                  <a:close/>
                  <a:moveTo>
                    <a:pt x="151480" y="180533"/>
                  </a:moveTo>
                  <a:lnTo>
                    <a:pt x="174440" y="188822"/>
                  </a:lnTo>
                  <a:lnTo>
                    <a:pt x="174440" y="119301"/>
                  </a:lnTo>
                  <a:lnTo>
                    <a:pt x="151480" y="111012"/>
                  </a:lnTo>
                  <a:lnTo>
                    <a:pt x="128521" y="102722"/>
                  </a:lnTo>
                  <a:lnTo>
                    <a:pt x="128521" y="172244"/>
                  </a:lnTo>
                  <a:close/>
                  <a:moveTo>
                    <a:pt x="170030" y="44742"/>
                  </a:moveTo>
                  <a:lnTo>
                    <a:pt x="159626" y="37629"/>
                  </a:lnTo>
                  <a:cubicBezTo>
                    <a:pt x="153956" y="33752"/>
                    <a:pt x="149365" y="30613"/>
                    <a:pt x="141338" y="25121"/>
                  </a:cubicBezTo>
                  <a:lnTo>
                    <a:pt x="141338" y="84820"/>
                  </a:lnTo>
                  <a:close/>
                  <a:moveTo>
                    <a:pt x="6373" y="79269"/>
                  </a:moveTo>
                  <a:cubicBezTo>
                    <a:pt x="9676" y="84318"/>
                    <a:pt x="11336" y="86857"/>
                    <a:pt x="17541" y="96344"/>
                  </a:cubicBezTo>
                  <a:lnTo>
                    <a:pt x="17541" y="26822"/>
                  </a:lnTo>
                  <a:cubicBezTo>
                    <a:pt x="11345" y="17351"/>
                    <a:pt x="9680" y="14804"/>
                    <a:pt x="6390" y="9772"/>
                  </a:cubicBezTo>
                  <a:lnTo>
                    <a:pt x="6373" y="9748"/>
                  </a:lnTo>
                  <a:lnTo>
                    <a:pt x="0" y="0"/>
                  </a:lnTo>
                  <a:lnTo>
                    <a:pt x="0" y="69521"/>
                  </a:lnTo>
                  <a:close/>
                  <a:moveTo>
                    <a:pt x="753895" y="86098"/>
                  </a:moveTo>
                  <a:cubicBezTo>
                    <a:pt x="756986" y="81370"/>
                    <a:pt x="758738" y="78691"/>
                    <a:pt x="764737" y="69521"/>
                  </a:cubicBezTo>
                  <a:lnTo>
                    <a:pt x="764737" y="0"/>
                  </a:lnTo>
                  <a:cubicBezTo>
                    <a:pt x="758738" y="9169"/>
                    <a:pt x="756986" y="11848"/>
                    <a:pt x="753895" y="16577"/>
                  </a:cubicBezTo>
                  <a:lnTo>
                    <a:pt x="747195" y="26822"/>
                  </a:lnTo>
                  <a:lnTo>
                    <a:pt x="747195" y="96344"/>
                  </a:lnTo>
                  <a:close/>
                  <a:moveTo>
                    <a:pt x="623398" y="25121"/>
                  </a:moveTo>
                  <a:lnTo>
                    <a:pt x="612902" y="32299"/>
                  </a:lnTo>
                  <a:lnTo>
                    <a:pt x="612896" y="32303"/>
                  </a:lnTo>
                  <a:cubicBezTo>
                    <a:pt x="607271" y="36148"/>
                    <a:pt x="602688" y="39283"/>
                    <a:pt x="594707" y="44742"/>
                  </a:cubicBezTo>
                  <a:lnTo>
                    <a:pt x="624314" y="86098"/>
                  </a:lnTo>
                  <a:close/>
                  <a:moveTo>
                    <a:pt x="613256" y="180533"/>
                  </a:moveTo>
                  <a:lnTo>
                    <a:pt x="636216" y="172244"/>
                  </a:lnTo>
                  <a:lnTo>
                    <a:pt x="636216" y="102722"/>
                  </a:lnTo>
                  <a:lnTo>
                    <a:pt x="613256" y="111012"/>
                  </a:lnTo>
                  <a:lnTo>
                    <a:pt x="590297" y="119301"/>
                  </a:lnTo>
                  <a:lnTo>
                    <a:pt x="590297" y="188822"/>
                  </a:lnTo>
                  <a:close/>
                  <a:moveTo>
                    <a:pt x="458634" y="156701"/>
                  </a:moveTo>
                  <a:cubicBezTo>
                    <a:pt x="469794" y="154899"/>
                    <a:pt x="477368" y="153677"/>
                    <a:pt x="492159" y="151288"/>
                  </a:cubicBezTo>
                  <a:lnTo>
                    <a:pt x="492159" y="81766"/>
                  </a:lnTo>
                  <a:cubicBezTo>
                    <a:pt x="477368" y="84155"/>
                    <a:pt x="469794" y="85378"/>
                    <a:pt x="458634" y="87180"/>
                  </a:cubicBezTo>
                  <a:lnTo>
                    <a:pt x="445739" y="89261"/>
                  </a:lnTo>
                  <a:lnTo>
                    <a:pt x="445739" y="158782"/>
                  </a:lnTo>
                  <a:close/>
                  <a:moveTo>
                    <a:pt x="753895" y="86098"/>
                  </a:moveTo>
                  <a:cubicBezTo>
                    <a:pt x="752287" y="88558"/>
                    <a:pt x="750316" y="91572"/>
                    <a:pt x="747195" y="96344"/>
                  </a:cubicBezTo>
                  <a:moveTo>
                    <a:pt x="636216" y="172244"/>
                  </a:moveTo>
                  <a:cubicBezTo>
                    <a:pt x="624280" y="176553"/>
                    <a:pt x="618768" y="178542"/>
                    <a:pt x="613256" y="180533"/>
                  </a:cubicBezTo>
                  <a:cubicBezTo>
                    <a:pt x="607744" y="182524"/>
                    <a:pt x="602232" y="184513"/>
                    <a:pt x="590297" y="188822"/>
                  </a:cubicBezTo>
                  <a:moveTo>
                    <a:pt x="286548" y="153544"/>
                  </a:moveTo>
                  <a:cubicBezTo>
                    <a:pt x="286223" y="153490"/>
                    <a:pt x="285897" y="153438"/>
                    <a:pt x="285566" y="153385"/>
                  </a:cubicBezTo>
                  <a:cubicBezTo>
                    <a:pt x="281787" y="152774"/>
                    <a:pt x="277598" y="152099"/>
                    <a:pt x="272577" y="151288"/>
                  </a:cubicBezTo>
                  <a:moveTo>
                    <a:pt x="174440" y="188822"/>
                  </a:moveTo>
                  <a:cubicBezTo>
                    <a:pt x="162504" y="184513"/>
                    <a:pt x="156992" y="182524"/>
                    <a:pt x="151480" y="180533"/>
                  </a:cubicBezTo>
                  <a:cubicBezTo>
                    <a:pt x="145968" y="178542"/>
                    <a:pt x="140456" y="176553"/>
                    <a:pt x="128521" y="172244"/>
                  </a:cubicBezTo>
                  <a:moveTo>
                    <a:pt x="6373" y="79269"/>
                  </a:moveTo>
                  <a:cubicBezTo>
                    <a:pt x="4824" y="76898"/>
                    <a:pt x="2912" y="73975"/>
                    <a:pt x="0" y="69521"/>
                  </a:cubicBezTo>
                  <a:moveTo>
                    <a:pt x="753895" y="16577"/>
                  </a:moveTo>
                  <a:cubicBezTo>
                    <a:pt x="752287" y="19037"/>
                    <a:pt x="750316" y="22051"/>
                    <a:pt x="747195" y="26822"/>
                  </a:cubicBezTo>
                  <a:moveTo>
                    <a:pt x="623398" y="25121"/>
                  </a:moveTo>
                  <a:cubicBezTo>
                    <a:pt x="619164" y="28017"/>
                    <a:pt x="615886" y="30258"/>
                    <a:pt x="612902" y="32299"/>
                  </a:cubicBezTo>
                  <a:moveTo>
                    <a:pt x="636216" y="102722"/>
                  </a:moveTo>
                  <a:cubicBezTo>
                    <a:pt x="624280" y="107031"/>
                    <a:pt x="618768" y="109021"/>
                    <a:pt x="613256" y="111012"/>
                  </a:cubicBezTo>
                  <a:cubicBezTo>
                    <a:pt x="607744" y="113002"/>
                    <a:pt x="602232" y="114992"/>
                    <a:pt x="590297" y="119301"/>
                  </a:cubicBezTo>
                  <a:moveTo>
                    <a:pt x="285566" y="83863"/>
                  </a:moveTo>
                  <a:cubicBezTo>
                    <a:pt x="281787" y="83253"/>
                    <a:pt x="277598" y="82577"/>
                    <a:pt x="272577" y="81766"/>
                  </a:cubicBezTo>
                  <a:moveTo>
                    <a:pt x="174440" y="119301"/>
                  </a:moveTo>
                  <a:cubicBezTo>
                    <a:pt x="162504" y="114992"/>
                    <a:pt x="156992" y="113002"/>
                    <a:pt x="151480" y="111012"/>
                  </a:cubicBezTo>
                  <a:cubicBezTo>
                    <a:pt x="145968" y="109021"/>
                    <a:pt x="140456" y="107031"/>
                    <a:pt x="128521" y="102722"/>
                  </a:cubicBezTo>
                  <a:moveTo>
                    <a:pt x="170030" y="44742"/>
                  </a:moveTo>
                  <a:cubicBezTo>
                    <a:pt x="165839" y="41877"/>
                    <a:pt x="162585" y="39652"/>
                    <a:pt x="159626" y="37629"/>
                  </a:cubicBezTo>
                  <a:moveTo>
                    <a:pt x="6373" y="9748"/>
                  </a:moveTo>
                  <a:cubicBezTo>
                    <a:pt x="4824" y="7377"/>
                    <a:pt x="2912" y="4454"/>
                    <a:pt x="0" y="0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7318739" y="2963979"/>
              <a:ext cx="764737" cy="414356"/>
            </a:xfrm>
            <a:custGeom>
              <a:avLst/>
              <a:gdLst/>
              <a:ahLst/>
              <a:cxnLst/>
              <a:rect l="0" t="0" r="0" b="0"/>
              <a:pathLst>
                <a:path w="764737" h="414356">
                  <a:moveTo>
                    <a:pt x="318997" y="355323"/>
                  </a:moveTo>
                  <a:lnTo>
                    <a:pt x="353992" y="414356"/>
                  </a:lnTo>
                  <a:lnTo>
                    <a:pt x="353992" y="344835"/>
                  </a:lnTo>
                  <a:lnTo>
                    <a:pt x="318997" y="285801"/>
                  </a:lnTo>
                  <a:close/>
                  <a:moveTo>
                    <a:pt x="174440" y="385362"/>
                  </a:moveTo>
                  <a:lnTo>
                    <a:pt x="272577" y="347829"/>
                  </a:lnTo>
                  <a:lnTo>
                    <a:pt x="272577" y="278307"/>
                  </a:lnTo>
                  <a:lnTo>
                    <a:pt x="174440" y="315841"/>
                  </a:lnTo>
                  <a:close/>
                  <a:moveTo>
                    <a:pt x="141338" y="221662"/>
                  </a:moveTo>
                  <a:lnTo>
                    <a:pt x="17541" y="223363"/>
                  </a:lnTo>
                  <a:lnTo>
                    <a:pt x="17541" y="292885"/>
                  </a:lnTo>
                  <a:lnTo>
                    <a:pt x="134235" y="291281"/>
                  </a:lnTo>
                  <a:lnTo>
                    <a:pt x="141338" y="281360"/>
                  </a:lnTo>
                  <a:close/>
                  <a:moveTo>
                    <a:pt x="102160" y="161760"/>
                  </a:moveTo>
                  <a:lnTo>
                    <a:pt x="102160" y="137503"/>
                  </a:lnTo>
                  <a:lnTo>
                    <a:pt x="0" y="102722"/>
                  </a:lnTo>
                  <a:lnTo>
                    <a:pt x="0" y="172244"/>
                  </a:lnTo>
                  <a:lnTo>
                    <a:pt x="35681" y="184392"/>
                  </a:lnTo>
                  <a:close/>
                  <a:moveTo>
                    <a:pt x="141338" y="77601"/>
                  </a:moveTo>
                  <a:lnTo>
                    <a:pt x="151763" y="70472"/>
                  </a:lnTo>
                  <a:cubicBezTo>
                    <a:pt x="157423" y="66602"/>
                    <a:pt x="162013" y="63465"/>
                    <a:pt x="170030" y="57979"/>
                  </a:cubicBezTo>
                  <a:lnTo>
                    <a:pt x="128521" y="0"/>
                  </a:lnTo>
                  <a:lnTo>
                    <a:pt x="128521" y="69521"/>
                  </a:lnTo>
                  <a:lnTo>
                    <a:pt x="134235" y="77503"/>
                  </a:lnTo>
                  <a:close/>
                  <a:moveTo>
                    <a:pt x="662576" y="137503"/>
                  </a:moveTo>
                  <a:lnTo>
                    <a:pt x="662576" y="161760"/>
                  </a:lnTo>
                  <a:lnTo>
                    <a:pt x="729055" y="184392"/>
                  </a:lnTo>
                  <a:lnTo>
                    <a:pt x="764737" y="172244"/>
                  </a:lnTo>
                  <a:lnTo>
                    <a:pt x="764737" y="102722"/>
                  </a:lnTo>
                  <a:lnTo>
                    <a:pt x="747195" y="108694"/>
                  </a:lnTo>
                  <a:close/>
                  <a:moveTo>
                    <a:pt x="636216" y="0"/>
                  </a:moveTo>
                  <a:lnTo>
                    <a:pt x="594707" y="57979"/>
                  </a:lnTo>
                  <a:lnTo>
                    <a:pt x="605224" y="65171"/>
                  </a:lnTo>
                  <a:lnTo>
                    <a:pt x="605342" y="65251"/>
                  </a:lnTo>
                  <a:cubicBezTo>
                    <a:pt x="610906" y="69055"/>
                    <a:pt x="615481" y="72184"/>
                    <a:pt x="623398" y="77601"/>
                  </a:cubicBezTo>
                  <a:lnTo>
                    <a:pt x="630501" y="77503"/>
                  </a:lnTo>
                  <a:lnTo>
                    <a:pt x="636216" y="69521"/>
                  </a:lnTo>
                  <a:close/>
                  <a:moveTo>
                    <a:pt x="747195" y="223363"/>
                  </a:moveTo>
                  <a:lnTo>
                    <a:pt x="623398" y="221662"/>
                  </a:lnTo>
                  <a:lnTo>
                    <a:pt x="624314" y="282639"/>
                  </a:lnTo>
                  <a:lnTo>
                    <a:pt x="630501" y="291281"/>
                  </a:lnTo>
                  <a:lnTo>
                    <a:pt x="747195" y="292885"/>
                  </a:lnTo>
                  <a:close/>
                  <a:moveTo>
                    <a:pt x="492159" y="347829"/>
                  </a:moveTo>
                  <a:lnTo>
                    <a:pt x="590297" y="385362"/>
                  </a:lnTo>
                  <a:lnTo>
                    <a:pt x="590297" y="315841"/>
                  </a:lnTo>
                  <a:lnTo>
                    <a:pt x="492159" y="278307"/>
                  </a:lnTo>
                  <a:close/>
                  <a:moveTo>
                    <a:pt x="410744" y="414356"/>
                  </a:moveTo>
                  <a:lnTo>
                    <a:pt x="445739" y="355323"/>
                  </a:lnTo>
                  <a:lnTo>
                    <a:pt x="445739" y="285801"/>
                  </a:lnTo>
                  <a:lnTo>
                    <a:pt x="410744" y="344835"/>
                  </a:lnTo>
                  <a:close/>
                  <a:moveTo>
                    <a:pt x="151763" y="70472"/>
                  </a:moveTo>
                  <a:cubicBezTo>
                    <a:pt x="148798" y="72500"/>
                    <a:pt x="145538" y="74728"/>
                    <a:pt x="141338" y="77601"/>
                  </a:cubicBezTo>
                  <a:moveTo>
                    <a:pt x="605342" y="65251"/>
                  </a:moveTo>
                  <a:cubicBezTo>
                    <a:pt x="605303" y="65225"/>
                    <a:pt x="605264" y="65198"/>
                    <a:pt x="605224" y="65171"/>
                  </a:cubicBezTo>
                  <a:cubicBezTo>
                    <a:pt x="602235" y="63126"/>
                    <a:pt x="598951" y="60882"/>
                    <a:pt x="594707" y="57979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7492543" y="3009501"/>
              <a:ext cx="417129" cy="139400"/>
            </a:xfrm>
            <a:custGeom>
              <a:avLst/>
              <a:gdLst/>
              <a:ahLst/>
              <a:cxnLst/>
              <a:rect l="0" t="0" r="0" b="0"/>
              <a:pathLst>
                <a:path w="417129" h="139400">
                  <a:moveTo>
                    <a:pt x="11909" y="138869"/>
                  </a:moveTo>
                  <a:cubicBezTo>
                    <a:pt x="4196" y="127998"/>
                    <a:pt x="0" y="116297"/>
                    <a:pt x="0" y="104108"/>
                  </a:cubicBezTo>
                  <a:cubicBezTo>
                    <a:pt x="0" y="46611"/>
                    <a:pt x="93379" y="0"/>
                    <a:pt x="208564" y="0"/>
                  </a:cubicBezTo>
                  <a:cubicBezTo>
                    <a:pt x="323750" y="0"/>
                    <a:pt x="417129" y="46611"/>
                    <a:pt x="417129" y="104108"/>
                  </a:cubicBezTo>
                  <a:cubicBezTo>
                    <a:pt x="417129" y="116297"/>
                    <a:pt x="412932" y="127998"/>
                    <a:pt x="405220" y="138869"/>
                  </a:cubicBezTo>
                  <a:moveTo>
                    <a:pt x="405220" y="138869"/>
                  </a:moveTo>
                  <a:cubicBezTo>
                    <a:pt x="386349" y="112270"/>
                    <a:pt x="346435" y="90641"/>
                    <a:pt x="295466" y="78963"/>
                  </a:cubicBezTo>
                  <a:cubicBezTo>
                    <a:pt x="269011" y="72902"/>
                    <a:pt x="239578" y="69523"/>
                    <a:pt x="208564" y="69523"/>
                  </a:cubicBezTo>
                  <a:cubicBezTo>
                    <a:pt x="183102" y="69523"/>
                    <a:pt x="158704" y="71800"/>
                    <a:pt x="136146" y="75970"/>
                  </a:cubicBezTo>
                  <a:cubicBezTo>
                    <a:pt x="78292" y="86664"/>
                    <a:pt x="32532" y="109798"/>
                    <a:pt x="11909" y="138869"/>
                  </a:cubicBezTo>
                  <a:moveTo>
                    <a:pt x="11909" y="138869"/>
                  </a:moveTo>
                  <a:cubicBezTo>
                    <a:pt x="12211" y="139295"/>
                    <a:pt x="11596" y="138445"/>
                    <a:pt x="11909" y="138869"/>
                  </a:cubicBezTo>
                  <a:close/>
                  <a:moveTo>
                    <a:pt x="405220" y="138869"/>
                  </a:moveTo>
                  <a:cubicBezTo>
                    <a:pt x="405613" y="138342"/>
                    <a:pt x="404843" y="139400"/>
                    <a:pt x="405220" y="138869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7318739" y="2918406"/>
              <a:ext cx="764737" cy="390406"/>
            </a:xfrm>
            <a:custGeom>
              <a:avLst/>
              <a:gdLst/>
              <a:ahLst/>
              <a:cxnLst/>
              <a:rect l="0" t="0" r="0" b="0"/>
              <a:pathLst>
                <a:path w="764737" h="390406">
                  <a:moveTo>
                    <a:pt x="764737" y="148295"/>
                  </a:moveTo>
                  <a:lnTo>
                    <a:pt x="662576" y="183074"/>
                  </a:lnTo>
                  <a:lnTo>
                    <a:pt x="662576" y="207331"/>
                  </a:lnTo>
                  <a:lnTo>
                    <a:pt x="764737" y="242112"/>
                  </a:lnTo>
                  <a:cubicBezTo>
                    <a:pt x="758738" y="251282"/>
                    <a:pt x="756986" y="253961"/>
                    <a:pt x="753895" y="258689"/>
                  </a:cubicBezTo>
                  <a:cubicBezTo>
                    <a:pt x="752287" y="261149"/>
                    <a:pt x="750316" y="264163"/>
                    <a:pt x="747195" y="268934"/>
                  </a:cubicBezTo>
                  <a:lnTo>
                    <a:pt x="623398" y="267233"/>
                  </a:lnTo>
                  <a:cubicBezTo>
                    <a:pt x="619164" y="270129"/>
                    <a:pt x="615886" y="272370"/>
                    <a:pt x="612902" y="274410"/>
                  </a:cubicBezTo>
                  <a:lnTo>
                    <a:pt x="612896" y="274415"/>
                  </a:lnTo>
                  <a:cubicBezTo>
                    <a:pt x="607271" y="278261"/>
                    <a:pt x="602688" y="281395"/>
                    <a:pt x="594707" y="286855"/>
                  </a:cubicBezTo>
                  <a:lnTo>
                    <a:pt x="636216" y="344835"/>
                  </a:lnTo>
                  <a:cubicBezTo>
                    <a:pt x="624280" y="349143"/>
                    <a:pt x="618768" y="351133"/>
                    <a:pt x="613256" y="353124"/>
                  </a:cubicBezTo>
                  <a:cubicBezTo>
                    <a:pt x="607744" y="355113"/>
                    <a:pt x="602232" y="357104"/>
                    <a:pt x="590297" y="361412"/>
                  </a:cubicBezTo>
                  <a:lnTo>
                    <a:pt x="492159" y="323878"/>
                  </a:lnTo>
                  <a:cubicBezTo>
                    <a:pt x="477368" y="326267"/>
                    <a:pt x="469794" y="327490"/>
                    <a:pt x="458634" y="329292"/>
                  </a:cubicBezTo>
                  <a:lnTo>
                    <a:pt x="445739" y="331373"/>
                  </a:lnTo>
                  <a:lnTo>
                    <a:pt x="410744" y="390406"/>
                  </a:lnTo>
                  <a:lnTo>
                    <a:pt x="353992" y="390406"/>
                  </a:lnTo>
                  <a:lnTo>
                    <a:pt x="318997" y="331373"/>
                  </a:lnTo>
                  <a:cubicBezTo>
                    <a:pt x="304248" y="328991"/>
                    <a:pt x="296676" y="327768"/>
                    <a:pt x="285566" y="325976"/>
                  </a:cubicBezTo>
                  <a:cubicBezTo>
                    <a:pt x="281787" y="325365"/>
                    <a:pt x="277598" y="324688"/>
                    <a:pt x="272577" y="323878"/>
                  </a:cubicBezTo>
                  <a:lnTo>
                    <a:pt x="174440" y="361412"/>
                  </a:lnTo>
                  <a:cubicBezTo>
                    <a:pt x="162504" y="357104"/>
                    <a:pt x="156992" y="355113"/>
                    <a:pt x="151480" y="353124"/>
                  </a:cubicBezTo>
                  <a:cubicBezTo>
                    <a:pt x="145968" y="351133"/>
                    <a:pt x="140456" y="349143"/>
                    <a:pt x="128521" y="344835"/>
                  </a:cubicBezTo>
                  <a:lnTo>
                    <a:pt x="170030" y="286855"/>
                  </a:lnTo>
                  <a:cubicBezTo>
                    <a:pt x="165839" y="283989"/>
                    <a:pt x="162585" y="281765"/>
                    <a:pt x="159626" y="279742"/>
                  </a:cubicBezTo>
                  <a:cubicBezTo>
                    <a:pt x="153956" y="275865"/>
                    <a:pt x="149365" y="272726"/>
                    <a:pt x="141338" y="267233"/>
                  </a:cubicBezTo>
                  <a:lnTo>
                    <a:pt x="17541" y="268934"/>
                  </a:lnTo>
                  <a:cubicBezTo>
                    <a:pt x="11345" y="259463"/>
                    <a:pt x="9680" y="256916"/>
                    <a:pt x="6390" y="251884"/>
                  </a:cubicBezTo>
                  <a:lnTo>
                    <a:pt x="6373" y="251859"/>
                  </a:lnTo>
                  <a:cubicBezTo>
                    <a:pt x="4824" y="249489"/>
                    <a:pt x="2912" y="246566"/>
                    <a:pt x="0" y="242112"/>
                  </a:cubicBezTo>
                  <a:lnTo>
                    <a:pt x="102160" y="207331"/>
                  </a:lnTo>
                  <a:lnTo>
                    <a:pt x="102160" y="183074"/>
                  </a:lnTo>
                  <a:lnTo>
                    <a:pt x="0" y="148295"/>
                  </a:lnTo>
                  <a:cubicBezTo>
                    <a:pt x="6189" y="138832"/>
                    <a:pt x="7857" y="136281"/>
                    <a:pt x="11141" y="131259"/>
                  </a:cubicBezTo>
                  <a:cubicBezTo>
                    <a:pt x="12696" y="128881"/>
                    <a:pt x="14613" y="125951"/>
                    <a:pt x="17541" y="121472"/>
                  </a:cubicBezTo>
                  <a:lnTo>
                    <a:pt x="141338" y="123172"/>
                  </a:lnTo>
                  <a:cubicBezTo>
                    <a:pt x="145538" y="120300"/>
                    <a:pt x="148798" y="118071"/>
                    <a:pt x="151763" y="116044"/>
                  </a:cubicBezTo>
                  <a:cubicBezTo>
                    <a:pt x="157423" y="112174"/>
                    <a:pt x="162013" y="109036"/>
                    <a:pt x="170030" y="103551"/>
                  </a:cubicBezTo>
                  <a:lnTo>
                    <a:pt x="128521" y="45571"/>
                  </a:lnTo>
                  <a:cubicBezTo>
                    <a:pt x="140456" y="41263"/>
                    <a:pt x="145968" y="39272"/>
                    <a:pt x="151480" y="37283"/>
                  </a:cubicBezTo>
                  <a:cubicBezTo>
                    <a:pt x="156992" y="35292"/>
                    <a:pt x="162504" y="33301"/>
                    <a:pt x="174440" y="28993"/>
                  </a:cubicBezTo>
                  <a:lnTo>
                    <a:pt x="272577" y="66527"/>
                  </a:lnTo>
                  <a:cubicBezTo>
                    <a:pt x="287203" y="64166"/>
                    <a:pt x="294773" y="62943"/>
                    <a:pt x="305731" y="61175"/>
                  </a:cubicBezTo>
                  <a:lnTo>
                    <a:pt x="318997" y="59033"/>
                  </a:lnTo>
                  <a:lnTo>
                    <a:pt x="353992" y="0"/>
                  </a:lnTo>
                  <a:lnTo>
                    <a:pt x="410744" y="0"/>
                  </a:lnTo>
                  <a:lnTo>
                    <a:pt x="445739" y="59033"/>
                  </a:lnTo>
                  <a:cubicBezTo>
                    <a:pt x="465505" y="62225"/>
                    <a:pt x="472383" y="63335"/>
                    <a:pt x="492159" y="66527"/>
                  </a:cubicBezTo>
                  <a:lnTo>
                    <a:pt x="590297" y="28993"/>
                  </a:lnTo>
                  <a:cubicBezTo>
                    <a:pt x="602232" y="33301"/>
                    <a:pt x="607744" y="35292"/>
                    <a:pt x="613256" y="37283"/>
                  </a:cubicBezTo>
                  <a:cubicBezTo>
                    <a:pt x="618768" y="39272"/>
                    <a:pt x="624280" y="41263"/>
                    <a:pt x="636216" y="45571"/>
                  </a:cubicBezTo>
                  <a:lnTo>
                    <a:pt x="594707" y="103551"/>
                  </a:lnTo>
                  <a:cubicBezTo>
                    <a:pt x="598951" y="106453"/>
                    <a:pt x="602235" y="108699"/>
                    <a:pt x="605224" y="110743"/>
                  </a:cubicBezTo>
                  <a:cubicBezTo>
                    <a:pt x="605264" y="110769"/>
                    <a:pt x="605303" y="110796"/>
                    <a:pt x="605342" y="110823"/>
                  </a:cubicBezTo>
                  <a:cubicBezTo>
                    <a:pt x="610906" y="114628"/>
                    <a:pt x="615481" y="117755"/>
                    <a:pt x="623398" y="123172"/>
                  </a:cubicBezTo>
                  <a:lnTo>
                    <a:pt x="747195" y="121472"/>
                  </a:lnTo>
                  <a:cubicBezTo>
                    <a:pt x="753193" y="130640"/>
                    <a:pt x="754945" y="133319"/>
                    <a:pt x="758035" y="138046"/>
                  </a:cubicBezTo>
                  <a:cubicBezTo>
                    <a:pt x="759643" y="140506"/>
                    <a:pt x="761615" y="143521"/>
                    <a:pt x="764737" y="148295"/>
                  </a:cubicBezTo>
                  <a:close/>
                  <a:moveTo>
                    <a:pt x="173803" y="195203"/>
                  </a:moveTo>
                  <a:cubicBezTo>
                    <a:pt x="173803" y="207393"/>
                    <a:pt x="178000" y="219093"/>
                    <a:pt x="185712" y="229964"/>
                  </a:cubicBezTo>
                  <a:cubicBezTo>
                    <a:pt x="214377" y="270369"/>
                    <a:pt x="291603" y="299312"/>
                    <a:pt x="382368" y="299312"/>
                  </a:cubicBezTo>
                  <a:cubicBezTo>
                    <a:pt x="473133" y="299312"/>
                    <a:pt x="550359" y="270369"/>
                    <a:pt x="579024" y="229964"/>
                  </a:cubicBezTo>
                  <a:cubicBezTo>
                    <a:pt x="586736" y="219093"/>
                    <a:pt x="590933" y="207393"/>
                    <a:pt x="590933" y="195203"/>
                  </a:cubicBezTo>
                  <a:cubicBezTo>
                    <a:pt x="590933" y="137707"/>
                    <a:pt x="497554" y="91095"/>
                    <a:pt x="382368" y="91095"/>
                  </a:cubicBezTo>
                  <a:cubicBezTo>
                    <a:pt x="267182" y="91095"/>
                    <a:pt x="173803" y="137707"/>
                    <a:pt x="173803" y="195203"/>
                  </a:cubicBezTo>
                  <a:close/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1685703" y="2854447"/>
            <a:ext cx="907637" cy="587168"/>
            <a:chOff x="1685703" y="2854447"/>
            <a:chExt cx="907637" cy="587168"/>
          </a:xfrm>
        </p:grpSpPr>
        <p:sp>
          <p:nvSpPr>
            <p:cNvPr id="90" name="Rounded Rectangle 89"/>
            <p:cNvSpPr/>
            <p:nvPr/>
          </p:nvSpPr>
          <p:spPr>
            <a:xfrm>
              <a:off x="1685703" y="3097106"/>
              <a:ext cx="907637" cy="344509"/>
            </a:xfrm>
            <a:custGeom>
              <a:avLst/>
              <a:gdLst/>
              <a:ahLst/>
              <a:cxnLst/>
              <a:rect l="0" t="0" r="0" b="0"/>
              <a:pathLst>
                <a:path w="907637" h="344509">
                  <a:moveTo>
                    <a:pt x="90325" y="259270"/>
                  </a:moveTo>
                  <a:cubicBezTo>
                    <a:pt x="108070" y="269462"/>
                    <a:pt x="109975" y="270557"/>
                    <a:pt x="121558" y="277206"/>
                  </a:cubicBezTo>
                  <a:lnTo>
                    <a:pt x="131997" y="283197"/>
                  </a:lnTo>
                  <a:lnTo>
                    <a:pt x="131997" y="144151"/>
                  </a:lnTo>
                  <a:lnTo>
                    <a:pt x="121558" y="138160"/>
                  </a:lnTo>
                  <a:cubicBezTo>
                    <a:pt x="109975" y="131511"/>
                    <a:pt x="108070" y="130416"/>
                    <a:pt x="90325" y="120234"/>
                  </a:cubicBezTo>
                  <a:lnTo>
                    <a:pt x="90325" y="259270"/>
                  </a:lnTo>
                  <a:moveTo>
                    <a:pt x="551830" y="344395"/>
                  </a:moveTo>
                  <a:lnTo>
                    <a:pt x="582291" y="339909"/>
                  </a:lnTo>
                  <a:lnTo>
                    <a:pt x="612762" y="335432"/>
                  </a:lnTo>
                  <a:lnTo>
                    <a:pt x="612762" y="196386"/>
                  </a:lnTo>
                  <a:lnTo>
                    <a:pt x="582291" y="200872"/>
                  </a:lnTo>
                  <a:lnTo>
                    <a:pt x="551830" y="205349"/>
                  </a:lnTo>
                  <a:lnTo>
                    <a:pt x="551830" y="344395"/>
                  </a:lnTo>
                  <a:moveTo>
                    <a:pt x="776497" y="282806"/>
                  </a:moveTo>
                  <a:lnTo>
                    <a:pt x="818026" y="258841"/>
                  </a:lnTo>
                  <a:lnTo>
                    <a:pt x="818026" y="119834"/>
                  </a:lnTo>
                  <a:lnTo>
                    <a:pt x="776497" y="143760"/>
                  </a:lnTo>
                  <a:lnTo>
                    <a:pt x="776497" y="282806"/>
                  </a:lnTo>
                  <a:moveTo>
                    <a:pt x="898693" y="170411"/>
                  </a:moveTo>
                  <a:lnTo>
                    <a:pt x="907637" y="139045"/>
                  </a:lnTo>
                  <a:lnTo>
                    <a:pt x="907637" y="0"/>
                  </a:lnTo>
                  <a:lnTo>
                    <a:pt x="898693" y="31365"/>
                  </a:lnTo>
                  <a:lnTo>
                    <a:pt x="898693" y="170411"/>
                  </a:lnTo>
                  <a:moveTo>
                    <a:pt x="0" y="139588"/>
                  </a:moveTo>
                  <a:cubicBezTo>
                    <a:pt x="2419" y="147875"/>
                    <a:pt x="3495" y="151571"/>
                    <a:pt x="4571" y="155267"/>
                  </a:cubicBezTo>
                  <a:cubicBezTo>
                    <a:pt x="5648" y="158981"/>
                    <a:pt x="6724" y="162686"/>
                    <a:pt x="9134" y="170945"/>
                  </a:cubicBezTo>
                  <a:lnTo>
                    <a:pt x="9134" y="31908"/>
                  </a:lnTo>
                  <a:cubicBezTo>
                    <a:pt x="6715" y="23622"/>
                    <a:pt x="5648" y="19926"/>
                    <a:pt x="4571" y="16230"/>
                  </a:cubicBezTo>
                  <a:cubicBezTo>
                    <a:pt x="3486" y="12525"/>
                    <a:pt x="2409" y="8829"/>
                    <a:pt x="0" y="552"/>
                  </a:cubicBezTo>
                  <a:lnTo>
                    <a:pt x="0" y="139588"/>
                  </a:lnTo>
                  <a:moveTo>
                    <a:pt x="296046" y="335622"/>
                  </a:moveTo>
                  <a:lnTo>
                    <a:pt x="311448" y="337861"/>
                  </a:lnTo>
                  <a:cubicBezTo>
                    <a:pt x="328317" y="340328"/>
                    <a:pt x="331289" y="340756"/>
                    <a:pt x="357025" y="344509"/>
                  </a:cubicBezTo>
                  <a:lnTo>
                    <a:pt x="357025" y="205463"/>
                  </a:lnTo>
                  <a:cubicBezTo>
                    <a:pt x="331289" y="201710"/>
                    <a:pt x="328317" y="201282"/>
                    <a:pt x="311772" y="198872"/>
                  </a:cubicBezTo>
                  <a:lnTo>
                    <a:pt x="296046" y="196576"/>
                  </a:lnTo>
                  <a:lnTo>
                    <a:pt x="296046" y="335622"/>
                  </a:lnTo>
                  <a:moveTo>
                    <a:pt x="551830" y="205349"/>
                  </a:moveTo>
                  <a:cubicBezTo>
                    <a:pt x="567928" y="202977"/>
                    <a:pt x="575109" y="201929"/>
                    <a:pt x="582291" y="200872"/>
                  </a:cubicBezTo>
                  <a:cubicBezTo>
                    <a:pt x="589473" y="199815"/>
                    <a:pt x="596655" y="198758"/>
                    <a:pt x="612762" y="196386"/>
                  </a:cubicBezTo>
                  <a:lnTo>
                    <a:pt x="612762" y="192252"/>
                  </a:lnTo>
                  <a:lnTo>
                    <a:pt x="551830" y="205349"/>
                  </a:lnTo>
                </a:path>
              </a:pathLst>
            </a:custGeom>
            <a:solidFill>
              <a:srgbClr val="14BAB7">
                <a:alpha val="3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1937087" y="3212187"/>
              <a:ext cx="405498" cy="172983"/>
            </a:xfrm>
            <a:custGeom>
              <a:avLst/>
              <a:gdLst/>
              <a:ahLst/>
              <a:cxnLst/>
              <a:rect l="0" t="0" r="0" b="0"/>
              <a:pathLst>
                <a:path w="405498" h="172983">
                  <a:moveTo>
                    <a:pt x="0" y="139284"/>
                  </a:moveTo>
                  <a:lnTo>
                    <a:pt x="44634" y="153552"/>
                  </a:lnTo>
                  <a:lnTo>
                    <a:pt x="44634" y="73171"/>
                  </a:lnTo>
                  <a:lnTo>
                    <a:pt x="47244" y="15344"/>
                  </a:lnTo>
                  <a:lnTo>
                    <a:pt x="0" y="247"/>
                  </a:lnTo>
                  <a:lnTo>
                    <a:pt x="0" y="139284"/>
                  </a:lnTo>
                  <a:moveTo>
                    <a:pt x="174793" y="172983"/>
                  </a:moveTo>
                  <a:lnTo>
                    <a:pt x="230905" y="172983"/>
                  </a:lnTo>
                  <a:lnTo>
                    <a:pt x="230905" y="33899"/>
                  </a:lnTo>
                  <a:lnTo>
                    <a:pt x="174793" y="33899"/>
                  </a:lnTo>
                  <a:lnTo>
                    <a:pt x="174793" y="172983"/>
                  </a:lnTo>
                  <a:moveTo>
                    <a:pt x="381895" y="146627"/>
                  </a:moveTo>
                  <a:cubicBezTo>
                    <a:pt x="388534" y="144494"/>
                    <a:pt x="395163" y="142370"/>
                    <a:pt x="405498" y="139045"/>
                  </a:cubicBezTo>
                  <a:lnTo>
                    <a:pt x="405498" y="0"/>
                  </a:lnTo>
                  <a:cubicBezTo>
                    <a:pt x="395430" y="3238"/>
                    <a:pt x="388877" y="5343"/>
                    <a:pt x="382419" y="7419"/>
                  </a:cubicBezTo>
                  <a:cubicBezTo>
                    <a:pt x="375275" y="9715"/>
                    <a:pt x="368655" y="11839"/>
                    <a:pt x="358340" y="15154"/>
                  </a:cubicBezTo>
                  <a:lnTo>
                    <a:pt x="361159" y="77171"/>
                  </a:lnTo>
                  <a:lnTo>
                    <a:pt x="361159" y="153228"/>
                  </a:lnTo>
                  <a:lnTo>
                    <a:pt x="381895" y="146627"/>
                  </a:lnTo>
                  <a:moveTo>
                    <a:pt x="382419" y="7419"/>
                  </a:moveTo>
                  <a:cubicBezTo>
                    <a:pt x="382362" y="7439"/>
                    <a:pt x="382304" y="7458"/>
                    <a:pt x="382247" y="7477"/>
                  </a:cubicBezTo>
                  <a:cubicBezTo>
                    <a:pt x="382133" y="7515"/>
                    <a:pt x="382019" y="7543"/>
                    <a:pt x="381895" y="7591"/>
                  </a:cubicBezTo>
                </a:path>
              </a:pathLst>
            </a:custGeom>
            <a:solidFill>
              <a:srgbClr val="14BAB7">
                <a:alpha val="3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694819" y="2898805"/>
              <a:ext cx="889558" cy="542810"/>
            </a:xfrm>
            <a:custGeom>
              <a:avLst/>
              <a:gdLst/>
              <a:ahLst/>
              <a:cxnLst/>
              <a:rect l="0" t="0" r="0" b="0"/>
              <a:pathLst>
                <a:path w="889558" h="542810">
                  <a:moveTo>
                    <a:pt x="212226" y="63379"/>
                  </a:moveTo>
                  <a:lnTo>
                    <a:pt x="171973" y="323"/>
                  </a:lnTo>
                  <a:lnTo>
                    <a:pt x="171973" y="84258"/>
                  </a:lnTo>
                  <a:lnTo>
                    <a:pt x="175545" y="84258"/>
                  </a:lnTo>
                  <a:cubicBezTo>
                    <a:pt x="188261" y="77209"/>
                    <a:pt x="193767" y="74037"/>
                    <a:pt x="203482" y="68427"/>
                  </a:cubicBezTo>
                  <a:lnTo>
                    <a:pt x="212226" y="63379"/>
                  </a:lnTo>
                  <a:moveTo>
                    <a:pt x="772963" y="159696"/>
                  </a:moveTo>
                  <a:cubicBezTo>
                    <a:pt x="773972" y="163163"/>
                    <a:pt x="775039" y="166820"/>
                    <a:pt x="776601" y="172173"/>
                  </a:cubicBezTo>
                  <a:lnTo>
                    <a:pt x="870489" y="192300"/>
                  </a:lnTo>
                  <a:lnTo>
                    <a:pt x="870489" y="102155"/>
                  </a:lnTo>
                  <a:lnTo>
                    <a:pt x="768534" y="144475"/>
                  </a:lnTo>
                  <a:cubicBezTo>
                    <a:pt x="770505" y="151247"/>
                    <a:pt x="771686" y="155314"/>
                    <a:pt x="772963" y="159696"/>
                  </a:cubicBezTo>
                  <a:moveTo>
                    <a:pt x="676332" y="63103"/>
                  </a:moveTo>
                  <a:lnTo>
                    <a:pt x="713146" y="84229"/>
                  </a:lnTo>
                  <a:lnTo>
                    <a:pt x="716213" y="84229"/>
                  </a:lnTo>
                  <a:lnTo>
                    <a:pt x="716213" y="0"/>
                  </a:lnTo>
                  <a:lnTo>
                    <a:pt x="676332" y="63103"/>
                  </a:lnTo>
                  <a:moveTo>
                    <a:pt x="122872" y="481498"/>
                  </a:moveTo>
                  <a:lnTo>
                    <a:pt x="242277" y="452666"/>
                  </a:lnTo>
                  <a:lnTo>
                    <a:pt x="242277" y="313629"/>
                  </a:lnTo>
                  <a:lnTo>
                    <a:pt x="122872" y="342452"/>
                  </a:lnTo>
                  <a:lnTo>
                    <a:pt x="122872" y="481498"/>
                  </a:lnTo>
                  <a:moveTo>
                    <a:pt x="146456" y="254174"/>
                  </a:moveTo>
                  <a:cubicBezTo>
                    <a:pt x="141951" y="249278"/>
                    <a:pt x="138398" y="245411"/>
                    <a:pt x="131721" y="238153"/>
                  </a:cubicBezTo>
                  <a:lnTo>
                    <a:pt x="18316" y="231314"/>
                  </a:lnTo>
                  <a:lnTo>
                    <a:pt x="0" y="230209"/>
                  </a:lnTo>
                  <a:lnTo>
                    <a:pt x="0" y="369246"/>
                  </a:lnTo>
                  <a:lnTo>
                    <a:pt x="81191" y="374151"/>
                  </a:lnTo>
                  <a:lnTo>
                    <a:pt x="81191" y="318535"/>
                  </a:lnTo>
                  <a:lnTo>
                    <a:pt x="118576" y="290750"/>
                  </a:lnTo>
                  <a:lnTo>
                    <a:pt x="155105" y="263594"/>
                  </a:lnTo>
                  <a:lnTo>
                    <a:pt x="146475" y="254193"/>
                  </a:lnTo>
                  <a:moveTo>
                    <a:pt x="347891" y="542810"/>
                  </a:moveTo>
                  <a:lnTo>
                    <a:pt x="417071" y="486356"/>
                  </a:lnTo>
                  <a:lnTo>
                    <a:pt x="417071" y="347319"/>
                  </a:lnTo>
                  <a:lnTo>
                    <a:pt x="347891" y="403764"/>
                  </a:lnTo>
                  <a:lnTo>
                    <a:pt x="347891" y="542810"/>
                  </a:lnTo>
                  <a:moveTo>
                    <a:pt x="473182" y="486327"/>
                  </a:moveTo>
                  <a:lnTo>
                    <a:pt x="542696" y="542696"/>
                  </a:lnTo>
                  <a:lnTo>
                    <a:pt x="542696" y="403650"/>
                  </a:lnTo>
                  <a:lnTo>
                    <a:pt x="473182" y="347281"/>
                  </a:lnTo>
                  <a:lnTo>
                    <a:pt x="473182" y="486327"/>
                  </a:lnTo>
                  <a:moveTo>
                    <a:pt x="647785" y="452427"/>
                  </a:moveTo>
                  <a:lnTo>
                    <a:pt x="767362" y="481107"/>
                  </a:lnTo>
                  <a:lnTo>
                    <a:pt x="767362" y="342061"/>
                  </a:lnTo>
                  <a:lnTo>
                    <a:pt x="647785" y="313382"/>
                  </a:lnTo>
                  <a:lnTo>
                    <a:pt x="647785" y="452427"/>
                  </a:lnTo>
                  <a:moveTo>
                    <a:pt x="747702" y="248935"/>
                  </a:moveTo>
                  <a:cubicBezTo>
                    <a:pt x="743921" y="253088"/>
                    <a:pt x="740483" y="256851"/>
                    <a:pt x="734653" y="263242"/>
                  </a:cubicBezTo>
                  <a:lnTo>
                    <a:pt x="770296" y="289579"/>
                  </a:lnTo>
                  <a:lnTo>
                    <a:pt x="808891" y="318096"/>
                  </a:lnTo>
                  <a:lnTo>
                    <a:pt x="808891" y="373675"/>
                  </a:lnTo>
                  <a:lnTo>
                    <a:pt x="889558" y="368712"/>
                  </a:lnTo>
                  <a:lnTo>
                    <a:pt x="889558" y="229666"/>
                  </a:lnTo>
                  <a:lnTo>
                    <a:pt x="861479" y="231400"/>
                  </a:lnTo>
                  <a:lnTo>
                    <a:pt x="757885" y="237772"/>
                  </a:lnTo>
                  <a:lnTo>
                    <a:pt x="747702" y="248935"/>
                  </a:lnTo>
                  <a:moveTo>
                    <a:pt x="116576" y="158715"/>
                  </a:moveTo>
                  <a:cubicBezTo>
                    <a:pt x="117681" y="154819"/>
                    <a:pt x="118795" y="150933"/>
                    <a:pt x="120529" y="144865"/>
                  </a:cubicBezTo>
                  <a:lnTo>
                    <a:pt x="44624" y="113528"/>
                  </a:lnTo>
                  <a:lnTo>
                    <a:pt x="18316" y="102660"/>
                  </a:lnTo>
                  <a:lnTo>
                    <a:pt x="18316" y="192928"/>
                  </a:lnTo>
                  <a:lnTo>
                    <a:pt x="44624" y="187242"/>
                  </a:lnTo>
                  <a:lnTo>
                    <a:pt x="112623" y="172573"/>
                  </a:lnTo>
                  <a:cubicBezTo>
                    <a:pt x="114338" y="166544"/>
                    <a:pt x="115443" y="162667"/>
                    <a:pt x="116547" y="158800"/>
                  </a:cubicBezTo>
                  <a:moveTo>
                    <a:pt x="448798" y="77552"/>
                  </a:moveTo>
                  <a:cubicBezTo>
                    <a:pt x="333613" y="77552"/>
                    <a:pt x="240230" y="124158"/>
                    <a:pt x="240230" y="181660"/>
                  </a:cubicBezTo>
                  <a:cubicBezTo>
                    <a:pt x="240230" y="208378"/>
                    <a:pt x="260394" y="232743"/>
                    <a:pt x="293541" y="251183"/>
                  </a:cubicBezTo>
                  <a:cubicBezTo>
                    <a:pt x="331727" y="229952"/>
                    <a:pt x="387134" y="216588"/>
                    <a:pt x="448798" y="216588"/>
                  </a:cubicBezTo>
                  <a:cubicBezTo>
                    <a:pt x="510454" y="216588"/>
                    <a:pt x="565861" y="229952"/>
                    <a:pt x="604037" y="251183"/>
                  </a:cubicBezTo>
                  <a:cubicBezTo>
                    <a:pt x="637193" y="232743"/>
                    <a:pt x="657358" y="208378"/>
                    <a:pt x="657358" y="181660"/>
                  </a:cubicBezTo>
                  <a:cubicBezTo>
                    <a:pt x="657358" y="124158"/>
                    <a:pt x="563975" y="77552"/>
                    <a:pt x="448798" y="77552"/>
                  </a:cubicBezTo>
                  <a:moveTo>
                    <a:pt x="747702" y="248935"/>
                  </a:moveTo>
                  <a:lnTo>
                    <a:pt x="757885" y="237772"/>
                  </a:lnTo>
                  <a:cubicBezTo>
                    <a:pt x="753541" y="242535"/>
                    <a:pt x="750531" y="245840"/>
                    <a:pt x="747702" y="248935"/>
                  </a:cubicBezTo>
                </a:path>
              </a:pathLst>
            </a:custGeom>
            <a:solidFill>
              <a:srgbClr val="14BAB7">
                <a:alpha val="3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1685703" y="2854447"/>
              <a:ext cx="907637" cy="448122"/>
            </a:xfrm>
            <a:custGeom>
              <a:avLst/>
              <a:gdLst/>
              <a:ahLst/>
              <a:cxnLst/>
              <a:rect l="0" t="0" r="0" b="0"/>
              <a:pathLst>
                <a:path w="907637" h="448122">
                  <a:moveTo>
                    <a:pt x="461086" y="9"/>
                  </a:moveTo>
                  <a:cubicBezTo>
                    <a:pt x="449599" y="19"/>
                    <a:pt x="443836" y="28"/>
                    <a:pt x="421328" y="38"/>
                  </a:cubicBezTo>
                  <a:lnTo>
                    <a:pt x="386848" y="63922"/>
                  </a:lnTo>
                  <a:cubicBezTo>
                    <a:pt x="375056" y="65665"/>
                    <a:pt x="367484" y="66770"/>
                    <a:pt x="359921" y="67884"/>
                  </a:cubicBezTo>
                  <a:cubicBezTo>
                    <a:pt x="352358" y="68999"/>
                    <a:pt x="344804" y="70113"/>
                    <a:pt x="333032" y="71837"/>
                  </a:cubicBezTo>
                  <a:lnTo>
                    <a:pt x="234495" y="27517"/>
                  </a:lnTo>
                  <a:cubicBezTo>
                    <a:pt x="225428" y="30432"/>
                    <a:pt x="219589" y="32318"/>
                    <a:pt x="214903" y="33823"/>
                  </a:cubicBezTo>
                  <a:cubicBezTo>
                    <a:pt x="205006" y="37004"/>
                    <a:pt x="200263" y="38528"/>
                    <a:pt x="181108" y="44681"/>
                  </a:cubicBezTo>
                  <a:lnTo>
                    <a:pt x="221351" y="107737"/>
                  </a:lnTo>
                  <a:lnTo>
                    <a:pt x="212607" y="112785"/>
                  </a:lnTo>
                  <a:cubicBezTo>
                    <a:pt x="202901" y="118395"/>
                    <a:pt x="197396" y="121567"/>
                    <a:pt x="184680" y="128911"/>
                  </a:cubicBezTo>
                  <a:lnTo>
                    <a:pt x="181108" y="128911"/>
                  </a:lnTo>
                  <a:lnTo>
                    <a:pt x="53749" y="118186"/>
                  </a:lnTo>
                  <a:cubicBezTo>
                    <a:pt x="46796" y="125806"/>
                    <a:pt x="43700" y="129206"/>
                    <a:pt x="40595" y="132607"/>
                  </a:cubicBezTo>
                  <a:cubicBezTo>
                    <a:pt x="37499" y="136007"/>
                    <a:pt x="34394" y="139407"/>
                    <a:pt x="27441" y="147018"/>
                  </a:cubicBezTo>
                  <a:lnTo>
                    <a:pt x="53749" y="157886"/>
                  </a:lnTo>
                  <a:lnTo>
                    <a:pt x="129654" y="189223"/>
                  </a:lnTo>
                  <a:cubicBezTo>
                    <a:pt x="127930" y="195291"/>
                    <a:pt x="126815" y="199186"/>
                    <a:pt x="125701" y="203072"/>
                  </a:cubicBezTo>
                  <a:cubicBezTo>
                    <a:pt x="125691" y="203101"/>
                    <a:pt x="125691" y="203130"/>
                    <a:pt x="125682" y="203158"/>
                  </a:cubicBezTo>
                  <a:cubicBezTo>
                    <a:pt x="124577" y="207025"/>
                    <a:pt x="123472" y="210902"/>
                    <a:pt x="121748" y="216931"/>
                  </a:cubicBezTo>
                  <a:lnTo>
                    <a:pt x="53749" y="231609"/>
                  </a:lnTo>
                  <a:lnTo>
                    <a:pt x="27441" y="237286"/>
                  </a:lnTo>
                  <a:lnTo>
                    <a:pt x="0" y="243211"/>
                  </a:lnTo>
                  <a:cubicBezTo>
                    <a:pt x="2409" y="251488"/>
                    <a:pt x="3486" y="255184"/>
                    <a:pt x="4562" y="258870"/>
                  </a:cubicBezTo>
                  <a:cubicBezTo>
                    <a:pt x="5648" y="262585"/>
                    <a:pt x="6715" y="266280"/>
                    <a:pt x="9134" y="274567"/>
                  </a:cubicBezTo>
                  <a:lnTo>
                    <a:pt x="27441" y="275672"/>
                  </a:lnTo>
                  <a:lnTo>
                    <a:pt x="140855" y="282511"/>
                  </a:lnTo>
                  <a:cubicBezTo>
                    <a:pt x="147523" y="289769"/>
                    <a:pt x="151085" y="293636"/>
                    <a:pt x="155581" y="298532"/>
                  </a:cubicBezTo>
                  <a:cubicBezTo>
                    <a:pt x="158010" y="301170"/>
                    <a:pt x="160677" y="304076"/>
                    <a:pt x="164239" y="307952"/>
                  </a:cubicBezTo>
                  <a:lnTo>
                    <a:pt x="127701" y="335108"/>
                  </a:lnTo>
                  <a:lnTo>
                    <a:pt x="90582" y="362702"/>
                  </a:lnTo>
                  <a:cubicBezTo>
                    <a:pt x="108070" y="373075"/>
                    <a:pt x="109975" y="374170"/>
                    <a:pt x="121558" y="380819"/>
                  </a:cubicBezTo>
                  <a:cubicBezTo>
                    <a:pt x="124358" y="382428"/>
                    <a:pt x="127720" y="384352"/>
                    <a:pt x="131997" y="386810"/>
                  </a:cubicBezTo>
                  <a:lnTo>
                    <a:pt x="251412" y="357987"/>
                  </a:lnTo>
                  <a:lnTo>
                    <a:pt x="298656" y="373084"/>
                  </a:lnTo>
                  <a:lnTo>
                    <a:pt x="296370" y="430911"/>
                  </a:lnTo>
                  <a:lnTo>
                    <a:pt x="296370" y="439235"/>
                  </a:lnTo>
                  <a:cubicBezTo>
                    <a:pt x="302380" y="440159"/>
                    <a:pt x="307333" y="440883"/>
                    <a:pt x="311448" y="441483"/>
                  </a:cubicBezTo>
                  <a:cubicBezTo>
                    <a:pt x="311553" y="441493"/>
                    <a:pt x="311667" y="441512"/>
                    <a:pt x="311772" y="441531"/>
                  </a:cubicBezTo>
                  <a:cubicBezTo>
                    <a:pt x="328317" y="443941"/>
                    <a:pt x="331289" y="444369"/>
                    <a:pt x="357025" y="448122"/>
                  </a:cubicBezTo>
                  <a:lnTo>
                    <a:pt x="426205" y="391677"/>
                  </a:lnTo>
                  <a:lnTo>
                    <a:pt x="482317" y="391677"/>
                  </a:lnTo>
                  <a:lnTo>
                    <a:pt x="551830" y="448008"/>
                  </a:lnTo>
                  <a:cubicBezTo>
                    <a:pt x="567928" y="445636"/>
                    <a:pt x="575109" y="444588"/>
                    <a:pt x="582291" y="443531"/>
                  </a:cubicBezTo>
                  <a:cubicBezTo>
                    <a:pt x="589473" y="442474"/>
                    <a:pt x="596655" y="441417"/>
                    <a:pt x="612762" y="439045"/>
                  </a:cubicBezTo>
                  <a:lnTo>
                    <a:pt x="612762" y="434911"/>
                  </a:lnTo>
                  <a:lnTo>
                    <a:pt x="609752" y="372894"/>
                  </a:lnTo>
                  <a:cubicBezTo>
                    <a:pt x="620058" y="369579"/>
                    <a:pt x="626687" y="367455"/>
                    <a:pt x="633307" y="365321"/>
                  </a:cubicBezTo>
                  <a:cubicBezTo>
                    <a:pt x="633422" y="365293"/>
                    <a:pt x="633545" y="365255"/>
                    <a:pt x="633660" y="365217"/>
                  </a:cubicBezTo>
                  <a:cubicBezTo>
                    <a:pt x="633717" y="365198"/>
                    <a:pt x="633764" y="365178"/>
                    <a:pt x="633822" y="365159"/>
                  </a:cubicBezTo>
                  <a:cubicBezTo>
                    <a:pt x="640289" y="363083"/>
                    <a:pt x="646842" y="360978"/>
                    <a:pt x="656910" y="357739"/>
                  </a:cubicBezTo>
                  <a:lnTo>
                    <a:pt x="776497" y="386419"/>
                  </a:lnTo>
                  <a:lnTo>
                    <a:pt x="818026" y="362454"/>
                  </a:lnTo>
                  <a:lnTo>
                    <a:pt x="779421" y="333936"/>
                  </a:lnTo>
                  <a:lnTo>
                    <a:pt x="743778" y="307600"/>
                  </a:lnTo>
                  <a:cubicBezTo>
                    <a:pt x="749607" y="301209"/>
                    <a:pt x="753046" y="297446"/>
                    <a:pt x="756837" y="293293"/>
                  </a:cubicBezTo>
                  <a:cubicBezTo>
                    <a:pt x="759656" y="290198"/>
                    <a:pt x="762676" y="286893"/>
                    <a:pt x="767019" y="282130"/>
                  </a:cubicBezTo>
                  <a:lnTo>
                    <a:pt x="870613" y="275758"/>
                  </a:lnTo>
                  <a:lnTo>
                    <a:pt x="898693" y="274024"/>
                  </a:lnTo>
                  <a:lnTo>
                    <a:pt x="907637" y="242658"/>
                  </a:lnTo>
                  <a:lnTo>
                    <a:pt x="879614" y="236658"/>
                  </a:lnTo>
                  <a:lnTo>
                    <a:pt x="785726" y="216531"/>
                  </a:lnTo>
                  <a:cubicBezTo>
                    <a:pt x="784174" y="211178"/>
                    <a:pt x="783107" y="207521"/>
                    <a:pt x="782097" y="204054"/>
                  </a:cubicBezTo>
                  <a:cubicBezTo>
                    <a:pt x="780821" y="199672"/>
                    <a:pt x="779630" y="195614"/>
                    <a:pt x="777659" y="188833"/>
                  </a:cubicBezTo>
                  <a:lnTo>
                    <a:pt x="879614" y="146513"/>
                  </a:lnTo>
                  <a:cubicBezTo>
                    <a:pt x="872623" y="138903"/>
                    <a:pt x="869499" y="135502"/>
                    <a:pt x="866374" y="132111"/>
                  </a:cubicBezTo>
                  <a:cubicBezTo>
                    <a:pt x="863260" y="128711"/>
                    <a:pt x="860136" y="125320"/>
                    <a:pt x="853135" y="117709"/>
                  </a:cubicBezTo>
                  <a:lnTo>
                    <a:pt x="725338" y="128330"/>
                  </a:lnTo>
                  <a:lnTo>
                    <a:pt x="722271" y="128330"/>
                  </a:lnTo>
                  <a:lnTo>
                    <a:pt x="685466" y="107461"/>
                  </a:lnTo>
                  <a:lnTo>
                    <a:pt x="725338" y="44357"/>
                  </a:lnTo>
                  <a:lnTo>
                    <a:pt x="712955" y="40395"/>
                  </a:lnTo>
                  <a:cubicBezTo>
                    <a:pt x="697163" y="35356"/>
                    <a:pt x="695134" y="34699"/>
                    <a:pt x="671845" y="27260"/>
                  </a:cubicBezTo>
                  <a:lnTo>
                    <a:pt x="573566" y="71704"/>
                  </a:lnTo>
                  <a:cubicBezTo>
                    <a:pt x="550268" y="68303"/>
                    <a:pt x="543448" y="67303"/>
                    <a:pt x="520560" y="63969"/>
                  </a:cubicBezTo>
                  <a:lnTo>
                    <a:pt x="519703" y="63969"/>
                  </a:lnTo>
                  <a:lnTo>
                    <a:pt x="484832" y="0"/>
                  </a:lnTo>
                  <a:lnTo>
                    <a:pt x="461086" y="0"/>
                  </a:lnTo>
                  <a:moveTo>
                    <a:pt x="457923" y="330126"/>
                  </a:moveTo>
                  <a:cubicBezTo>
                    <a:pt x="396268" y="330126"/>
                    <a:pt x="340861" y="316772"/>
                    <a:pt x="302675" y="295541"/>
                  </a:cubicBezTo>
                  <a:cubicBezTo>
                    <a:pt x="269528" y="277101"/>
                    <a:pt x="249364" y="252736"/>
                    <a:pt x="249364" y="226018"/>
                  </a:cubicBezTo>
                  <a:cubicBezTo>
                    <a:pt x="249364" y="168525"/>
                    <a:pt x="342738" y="121910"/>
                    <a:pt x="457923" y="121910"/>
                  </a:cubicBezTo>
                  <a:cubicBezTo>
                    <a:pt x="573109" y="121910"/>
                    <a:pt x="666492" y="168525"/>
                    <a:pt x="666492" y="226018"/>
                  </a:cubicBezTo>
                  <a:cubicBezTo>
                    <a:pt x="666492" y="252736"/>
                    <a:pt x="646318" y="277101"/>
                    <a:pt x="613171" y="295541"/>
                  </a:cubicBezTo>
                  <a:cubicBezTo>
                    <a:pt x="574986" y="316772"/>
                    <a:pt x="519579" y="330126"/>
                    <a:pt x="457923" y="330126"/>
                  </a:cubicBezTo>
                  <a:moveTo>
                    <a:pt x="756837" y="293293"/>
                  </a:moveTo>
                  <a:lnTo>
                    <a:pt x="767019" y="282130"/>
                  </a:lnTo>
                  <a:lnTo>
                    <a:pt x="756837" y="293293"/>
                  </a:lnTo>
                </a:path>
              </a:pathLst>
            </a:custGeom>
            <a:solidFill>
              <a:srgbClr val="14BAB7">
                <a:alpha val="36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1685703" y="2854446"/>
            <a:ext cx="907634" cy="587170"/>
            <a:chOff x="1685703" y="2854446"/>
            <a:chExt cx="907634" cy="587170"/>
          </a:xfrm>
        </p:grpSpPr>
        <p:sp>
          <p:nvSpPr>
            <p:cNvPr id="95" name="Rounded Rectangle 94"/>
            <p:cNvSpPr/>
            <p:nvPr/>
          </p:nvSpPr>
          <p:spPr>
            <a:xfrm>
              <a:off x="1685703" y="3097110"/>
              <a:ext cx="907634" cy="344506"/>
            </a:xfrm>
            <a:custGeom>
              <a:avLst/>
              <a:gdLst/>
              <a:ahLst/>
              <a:cxnLst/>
              <a:rect l="0" t="0" r="0" b="0"/>
              <a:pathLst>
                <a:path w="907634" h="344506">
                  <a:moveTo>
                    <a:pt x="90325" y="259270"/>
                  </a:moveTo>
                  <a:cubicBezTo>
                    <a:pt x="108068" y="269456"/>
                    <a:pt x="109976" y="270551"/>
                    <a:pt x="121559" y="277199"/>
                  </a:cubicBezTo>
                  <a:lnTo>
                    <a:pt x="132000" y="283191"/>
                  </a:lnTo>
                  <a:lnTo>
                    <a:pt x="132000" y="144148"/>
                  </a:lnTo>
                  <a:lnTo>
                    <a:pt x="121559" y="138156"/>
                  </a:lnTo>
                  <a:cubicBezTo>
                    <a:pt x="109976" y="131508"/>
                    <a:pt x="108068" y="130413"/>
                    <a:pt x="90325" y="120227"/>
                  </a:cubicBezTo>
                  <a:lnTo>
                    <a:pt x="90325" y="175844"/>
                  </a:lnTo>
                  <a:close/>
                  <a:moveTo>
                    <a:pt x="551832" y="344388"/>
                  </a:moveTo>
                  <a:lnTo>
                    <a:pt x="582295" y="339909"/>
                  </a:lnTo>
                  <a:lnTo>
                    <a:pt x="612760" y="335427"/>
                  </a:lnTo>
                  <a:lnTo>
                    <a:pt x="612760" y="268310"/>
                  </a:lnTo>
                  <a:lnTo>
                    <a:pt x="612760" y="196384"/>
                  </a:lnTo>
                  <a:lnTo>
                    <a:pt x="582295" y="200866"/>
                  </a:lnTo>
                  <a:lnTo>
                    <a:pt x="551832" y="205345"/>
                  </a:lnTo>
                  <a:close/>
                  <a:moveTo>
                    <a:pt x="776493" y="282804"/>
                  </a:moveTo>
                  <a:lnTo>
                    <a:pt x="818025" y="258834"/>
                  </a:lnTo>
                  <a:lnTo>
                    <a:pt x="818025" y="175375"/>
                  </a:lnTo>
                  <a:lnTo>
                    <a:pt x="818025" y="119833"/>
                  </a:lnTo>
                  <a:lnTo>
                    <a:pt x="818025" y="119791"/>
                  </a:lnTo>
                  <a:lnTo>
                    <a:pt x="776493" y="143761"/>
                  </a:lnTo>
                  <a:close/>
                  <a:moveTo>
                    <a:pt x="898689" y="170408"/>
                  </a:moveTo>
                  <a:lnTo>
                    <a:pt x="907634" y="139043"/>
                  </a:lnTo>
                  <a:lnTo>
                    <a:pt x="907634" y="0"/>
                  </a:lnTo>
                  <a:lnTo>
                    <a:pt x="898689" y="31365"/>
                  </a:lnTo>
                  <a:lnTo>
                    <a:pt x="898689" y="137125"/>
                  </a:lnTo>
                  <a:close/>
                  <a:moveTo>
                    <a:pt x="0" y="139588"/>
                  </a:moveTo>
                  <a:cubicBezTo>
                    <a:pt x="2415" y="147874"/>
                    <a:pt x="3491" y="151570"/>
                    <a:pt x="4567" y="155267"/>
                  </a:cubicBezTo>
                  <a:lnTo>
                    <a:pt x="4575" y="155294"/>
                  </a:lnTo>
                  <a:cubicBezTo>
                    <a:pt x="5648" y="158981"/>
                    <a:pt x="6726" y="162679"/>
                    <a:pt x="9135" y="170944"/>
                  </a:cubicBezTo>
                  <a:lnTo>
                    <a:pt x="9135" y="137616"/>
                  </a:lnTo>
                  <a:lnTo>
                    <a:pt x="9135" y="31901"/>
                  </a:lnTo>
                  <a:cubicBezTo>
                    <a:pt x="6719" y="23615"/>
                    <a:pt x="5644" y="19919"/>
                    <a:pt x="4567" y="16224"/>
                  </a:cubicBezTo>
                  <a:lnTo>
                    <a:pt x="4564" y="16212"/>
                  </a:lnTo>
                  <a:cubicBezTo>
                    <a:pt x="3489" y="12520"/>
                    <a:pt x="2413" y="8823"/>
                    <a:pt x="0" y="545"/>
                  </a:cubicBezTo>
                  <a:close/>
                  <a:moveTo>
                    <a:pt x="296042" y="335617"/>
                  </a:moveTo>
                  <a:lnTo>
                    <a:pt x="311449" y="337862"/>
                  </a:lnTo>
                  <a:lnTo>
                    <a:pt x="311771" y="337909"/>
                  </a:lnTo>
                  <a:cubicBezTo>
                    <a:pt x="328320" y="340320"/>
                    <a:pt x="331293" y="340754"/>
                    <a:pt x="357025" y="344506"/>
                  </a:cubicBezTo>
                  <a:lnTo>
                    <a:pt x="357025" y="213534"/>
                  </a:lnTo>
                  <a:lnTo>
                    <a:pt x="357025" y="205462"/>
                  </a:lnTo>
                  <a:cubicBezTo>
                    <a:pt x="331293" y="201711"/>
                    <a:pt x="328320" y="201277"/>
                    <a:pt x="311771" y="198866"/>
                  </a:cubicBezTo>
                  <a:lnTo>
                    <a:pt x="311449" y="198818"/>
                  </a:lnTo>
                  <a:lnTo>
                    <a:pt x="296042" y="196574"/>
                  </a:lnTo>
                  <a:lnTo>
                    <a:pt x="296042" y="268628"/>
                  </a:lnTo>
                  <a:close/>
                  <a:moveTo>
                    <a:pt x="132000" y="283191"/>
                  </a:moveTo>
                  <a:cubicBezTo>
                    <a:pt x="127716" y="280733"/>
                    <a:pt x="124356" y="278804"/>
                    <a:pt x="121559" y="277199"/>
                  </a:cubicBezTo>
                  <a:moveTo>
                    <a:pt x="311771" y="337909"/>
                  </a:moveTo>
                  <a:cubicBezTo>
                    <a:pt x="311665" y="337893"/>
                    <a:pt x="311557" y="337878"/>
                    <a:pt x="311449" y="337862"/>
                  </a:cubicBezTo>
                  <a:cubicBezTo>
                    <a:pt x="307331" y="337262"/>
                    <a:pt x="302377" y="336539"/>
                    <a:pt x="296042" y="335617"/>
                  </a:cubicBezTo>
                  <a:moveTo>
                    <a:pt x="612760" y="335427"/>
                  </a:moveTo>
                  <a:cubicBezTo>
                    <a:pt x="596659" y="337797"/>
                    <a:pt x="589478" y="338853"/>
                    <a:pt x="582295" y="339909"/>
                  </a:cubicBezTo>
                  <a:cubicBezTo>
                    <a:pt x="575113" y="340966"/>
                    <a:pt x="567930" y="342021"/>
                    <a:pt x="551832" y="344388"/>
                  </a:cubicBezTo>
                  <a:moveTo>
                    <a:pt x="90325" y="120227"/>
                  </a:moveTo>
                  <a:lnTo>
                    <a:pt x="90583" y="120035"/>
                  </a:lnTo>
                  <a:moveTo>
                    <a:pt x="132000" y="144148"/>
                  </a:moveTo>
                  <a:cubicBezTo>
                    <a:pt x="127716" y="141690"/>
                    <a:pt x="124356" y="139761"/>
                    <a:pt x="121559" y="138156"/>
                  </a:cubicBezTo>
                  <a:moveTo>
                    <a:pt x="311771" y="198866"/>
                  </a:moveTo>
                  <a:cubicBezTo>
                    <a:pt x="311665" y="198850"/>
                    <a:pt x="311557" y="198835"/>
                    <a:pt x="311449" y="198818"/>
                  </a:cubicBezTo>
                  <a:cubicBezTo>
                    <a:pt x="307331" y="198219"/>
                    <a:pt x="302377" y="197496"/>
                    <a:pt x="296042" y="196574"/>
                  </a:cubicBezTo>
                  <a:moveTo>
                    <a:pt x="551832" y="205345"/>
                  </a:moveTo>
                  <a:cubicBezTo>
                    <a:pt x="567930" y="202978"/>
                    <a:pt x="575113" y="201923"/>
                    <a:pt x="582295" y="200866"/>
                  </a:cubicBezTo>
                  <a:cubicBezTo>
                    <a:pt x="589478" y="199810"/>
                    <a:pt x="596659" y="198753"/>
                    <a:pt x="612760" y="196384"/>
                  </a:cubicBezTo>
                  <a:lnTo>
                    <a:pt x="612573" y="192252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1937087" y="3212187"/>
              <a:ext cx="405503" cy="172980"/>
            </a:xfrm>
            <a:custGeom>
              <a:avLst/>
              <a:gdLst/>
              <a:ahLst/>
              <a:cxnLst/>
              <a:rect l="0" t="0" r="0" b="0"/>
              <a:pathLst>
                <a:path w="405503" h="172980">
                  <a:moveTo>
                    <a:pt x="0" y="139286"/>
                  </a:moveTo>
                  <a:lnTo>
                    <a:pt x="44632" y="153551"/>
                  </a:lnTo>
                  <a:lnTo>
                    <a:pt x="44632" y="81496"/>
                  </a:lnTo>
                  <a:lnTo>
                    <a:pt x="44961" y="73169"/>
                  </a:lnTo>
                  <a:lnTo>
                    <a:pt x="47246" y="15344"/>
                  </a:lnTo>
                  <a:lnTo>
                    <a:pt x="0" y="243"/>
                  </a:lnTo>
                  <a:lnTo>
                    <a:pt x="0" y="21972"/>
                  </a:lnTo>
                  <a:close/>
                  <a:moveTo>
                    <a:pt x="174793" y="172980"/>
                  </a:moveTo>
                  <a:lnTo>
                    <a:pt x="230904" y="172945"/>
                  </a:lnTo>
                  <a:lnTo>
                    <a:pt x="230904" y="110724"/>
                  </a:lnTo>
                  <a:lnTo>
                    <a:pt x="230904" y="33902"/>
                  </a:lnTo>
                  <a:lnTo>
                    <a:pt x="174793" y="33936"/>
                  </a:lnTo>
                  <a:lnTo>
                    <a:pt x="174793" y="110232"/>
                  </a:lnTo>
                  <a:close/>
                  <a:moveTo>
                    <a:pt x="381898" y="146630"/>
                  </a:moveTo>
                  <a:cubicBezTo>
                    <a:pt x="388534" y="144497"/>
                    <a:pt x="395166" y="142366"/>
                    <a:pt x="405503" y="139043"/>
                  </a:cubicBezTo>
                  <a:lnTo>
                    <a:pt x="405503" y="38599"/>
                  </a:lnTo>
                  <a:lnTo>
                    <a:pt x="405503" y="0"/>
                  </a:lnTo>
                  <a:cubicBezTo>
                    <a:pt x="395435" y="3236"/>
                    <a:pt x="388881" y="5342"/>
                    <a:pt x="382414" y="7420"/>
                  </a:cubicBezTo>
                  <a:lnTo>
                    <a:pt x="382248" y="7473"/>
                  </a:lnTo>
                  <a:lnTo>
                    <a:pt x="381898" y="7587"/>
                  </a:lnTo>
                  <a:cubicBezTo>
                    <a:pt x="375277" y="9713"/>
                    <a:pt x="368653" y="11842"/>
                    <a:pt x="358343" y="15156"/>
                  </a:cubicBezTo>
                  <a:lnTo>
                    <a:pt x="361163" y="77174"/>
                  </a:lnTo>
                  <a:lnTo>
                    <a:pt x="361351" y="81307"/>
                  </a:lnTo>
                  <a:lnTo>
                    <a:pt x="361351" y="153233"/>
                  </a:lnTo>
                  <a:close/>
                  <a:moveTo>
                    <a:pt x="381898" y="146630"/>
                  </a:moveTo>
                  <a:cubicBezTo>
                    <a:pt x="375944" y="148542"/>
                    <a:pt x="369987" y="150456"/>
                    <a:pt x="361351" y="153233"/>
                  </a:cubicBezTo>
                  <a:moveTo>
                    <a:pt x="382414" y="7420"/>
                  </a:moveTo>
                  <a:cubicBezTo>
                    <a:pt x="382359" y="7438"/>
                    <a:pt x="382303" y="7456"/>
                    <a:pt x="382248" y="7473"/>
                  </a:cubicBezTo>
                  <a:cubicBezTo>
                    <a:pt x="382131" y="7511"/>
                    <a:pt x="382015" y="7548"/>
                    <a:pt x="381898" y="758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694822" y="2898802"/>
              <a:ext cx="889553" cy="542812"/>
            </a:xfrm>
            <a:custGeom>
              <a:avLst/>
              <a:gdLst/>
              <a:ahLst/>
              <a:cxnLst/>
              <a:rect l="0" t="0" r="0" b="0"/>
              <a:pathLst>
                <a:path w="889553" h="542812">
                  <a:moveTo>
                    <a:pt x="212220" y="63382"/>
                  </a:moveTo>
                  <a:lnTo>
                    <a:pt x="171968" y="327"/>
                  </a:lnTo>
                  <a:lnTo>
                    <a:pt x="171968" y="84260"/>
                  </a:lnTo>
                  <a:lnTo>
                    <a:pt x="175541" y="84553"/>
                  </a:lnTo>
                  <a:cubicBezTo>
                    <a:pt x="188259" y="77215"/>
                    <a:pt x="193765" y="74036"/>
                    <a:pt x="203475" y="68431"/>
                  </a:cubicBezTo>
                  <a:close/>
                  <a:moveTo>
                    <a:pt x="772960" y="159701"/>
                  </a:moveTo>
                  <a:cubicBezTo>
                    <a:pt x="773969" y="163163"/>
                    <a:pt x="775036" y="166822"/>
                    <a:pt x="776594" y="172173"/>
                  </a:cubicBezTo>
                  <a:lnTo>
                    <a:pt x="870484" y="192300"/>
                  </a:lnTo>
                  <a:lnTo>
                    <a:pt x="870484" y="102158"/>
                  </a:lnTo>
                  <a:lnTo>
                    <a:pt x="768526" y="144480"/>
                  </a:lnTo>
                  <a:cubicBezTo>
                    <a:pt x="770498" y="151254"/>
                    <a:pt x="771683" y="155319"/>
                    <a:pt x="772960" y="159701"/>
                  </a:cubicBezTo>
                  <a:close/>
                  <a:moveTo>
                    <a:pt x="676330" y="63102"/>
                  </a:moveTo>
                  <a:lnTo>
                    <a:pt x="713139" y="84231"/>
                  </a:lnTo>
                  <a:lnTo>
                    <a:pt x="716205" y="83976"/>
                  </a:lnTo>
                  <a:lnTo>
                    <a:pt x="716205" y="0"/>
                  </a:lnTo>
                  <a:close/>
                  <a:moveTo>
                    <a:pt x="122865" y="481498"/>
                  </a:moveTo>
                  <a:lnTo>
                    <a:pt x="242274" y="452671"/>
                  </a:lnTo>
                  <a:lnTo>
                    <a:pt x="242274" y="335355"/>
                  </a:lnTo>
                  <a:lnTo>
                    <a:pt x="242274" y="313627"/>
                  </a:lnTo>
                  <a:lnTo>
                    <a:pt x="122865" y="342455"/>
                  </a:lnTo>
                  <a:close/>
                  <a:moveTo>
                    <a:pt x="146469" y="254199"/>
                  </a:moveTo>
                  <a:lnTo>
                    <a:pt x="146448" y="254176"/>
                  </a:lnTo>
                  <a:cubicBezTo>
                    <a:pt x="141949" y="249281"/>
                    <a:pt x="138390" y="245411"/>
                    <a:pt x="131721" y="238157"/>
                  </a:cubicBezTo>
                  <a:lnTo>
                    <a:pt x="18309" y="231313"/>
                  </a:lnTo>
                  <a:lnTo>
                    <a:pt x="0" y="230207"/>
                  </a:lnTo>
                  <a:lnTo>
                    <a:pt x="0" y="335923"/>
                  </a:lnTo>
                  <a:lnTo>
                    <a:pt x="0" y="369251"/>
                  </a:lnTo>
                  <a:lnTo>
                    <a:pt x="81190" y="374151"/>
                  </a:lnTo>
                  <a:lnTo>
                    <a:pt x="81190" y="318533"/>
                  </a:lnTo>
                  <a:lnTo>
                    <a:pt x="81447" y="318342"/>
                  </a:lnTo>
                  <a:lnTo>
                    <a:pt x="118570" y="290750"/>
                  </a:lnTo>
                  <a:lnTo>
                    <a:pt x="155104" y="263596"/>
                  </a:lnTo>
                  <a:close/>
                  <a:moveTo>
                    <a:pt x="347890" y="542812"/>
                  </a:moveTo>
                  <a:lnTo>
                    <a:pt x="417068" y="486363"/>
                  </a:lnTo>
                  <a:lnTo>
                    <a:pt x="417068" y="423616"/>
                  </a:lnTo>
                  <a:lnTo>
                    <a:pt x="417068" y="347320"/>
                  </a:lnTo>
                  <a:lnTo>
                    <a:pt x="347890" y="403769"/>
                  </a:lnTo>
                  <a:lnTo>
                    <a:pt x="347890" y="411839"/>
                  </a:lnTo>
                  <a:close/>
                  <a:moveTo>
                    <a:pt x="473178" y="486328"/>
                  </a:moveTo>
                  <a:lnTo>
                    <a:pt x="542696" y="542695"/>
                  </a:lnTo>
                  <a:lnTo>
                    <a:pt x="542696" y="403652"/>
                  </a:lnTo>
                  <a:lnTo>
                    <a:pt x="473178" y="347285"/>
                  </a:lnTo>
                  <a:lnTo>
                    <a:pt x="473178" y="424108"/>
                  </a:lnTo>
                  <a:close/>
                  <a:moveTo>
                    <a:pt x="647777" y="452426"/>
                  </a:moveTo>
                  <a:lnTo>
                    <a:pt x="767358" y="481110"/>
                  </a:lnTo>
                  <a:lnTo>
                    <a:pt x="767358" y="342066"/>
                  </a:lnTo>
                  <a:lnTo>
                    <a:pt x="647777" y="313383"/>
                  </a:lnTo>
                  <a:lnTo>
                    <a:pt x="647777" y="351983"/>
                  </a:lnTo>
                  <a:close/>
                  <a:moveTo>
                    <a:pt x="747702" y="248937"/>
                  </a:moveTo>
                  <a:cubicBezTo>
                    <a:pt x="743914" y="253087"/>
                    <a:pt x="740476" y="256855"/>
                    <a:pt x="734647" y="263246"/>
                  </a:cubicBezTo>
                  <a:lnTo>
                    <a:pt x="770289" y="289579"/>
                  </a:lnTo>
                  <a:lnTo>
                    <a:pt x="808890" y="318097"/>
                  </a:lnTo>
                  <a:lnTo>
                    <a:pt x="808890" y="318139"/>
                  </a:lnTo>
                  <a:lnTo>
                    <a:pt x="808890" y="373680"/>
                  </a:lnTo>
                  <a:lnTo>
                    <a:pt x="889553" y="368714"/>
                  </a:lnTo>
                  <a:lnTo>
                    <a:pt x="889553" y="335431"/>
                  </a:lnTo>
                  <a:lnTo>
                    <a:pt x="889553" y="229671"/>
                  </a:lnTo>
                  <a:lnTo>
                    <a:pt x="861475" y="231400"/>
                  </a:lnTo>
                  <a:lnTo>
                    <a:pt x="757882" y="237777"/>
                  </a:lnTo>
                  <a:close/>
                  <a:moveTo>
                    <a:pt x="116569" y="158720"/>
                  </a:moveTo>
                  <a:cubicBezTo>
                    <a:pt x="117680" y="154826"/>
                    <a:pt x="118791" y="150933"/>
                    <a:pt x="120521" y="144869"/>
                  </a:cubicBezTo>
                  <a:lnTo>
                    <a:pt x="44616" y="113528"/>
                  </a:lnTo>
                  <a:lnTo>
                    <a:pt x="18309" y="102665"/>
                  </a:lnTo>
                  <a:lnTo>
                    <a:pt x="18309" y="192928"/>
                  </a:lnTo>
                  <a:lnTo>
                    <a:pt x="44616" y="187249"/>
                  </a:lnTo>
                  <a:lnTo>
                    <a:pt x="112616" y="172572"/>
                  </a:lnTo>
                  <a:cubicBezTo>
                    <a:pt x="114334" y="166548"/>
                    <a:pt x="115442" y="162666"/>
                    <a:pt x="116545" y="158800"/>
                  </a:cubicBezTo>
                  <a:close/>
                  <a:moveTo>
                    <a:pt x="448790" y="77552"/>
                  </a:moveTo>
                  <a:cubicBezTo>
                    <a:pt x="333605" y="77552"/>
                    <a:pt x="240225" y="124164"/>
                    <a:pt x="240225" y="181661"/>
                  </a:cubicBezTo>
                  <a:cubicBezTo>
                    <a:pt x="240225" y="208381"/>
                    <a:pt x="260391" y="232750"/>
                    <a:pt x="293542" y="251182"/>
                  </a:cubicBezTo>
                  <a:cubicBezTo>
                    <a:pt x="331725" y="229951"/>
                    <a:pt x="387134" y="216595"/>
                    <a:pt x="448790" y="216595"/>
                  </a:cubicBezTo>
                  <a:cubicBezTo>
                    <a:pt x="510447" y="216595"/>
                    <a:pt x="565855" y="229951"/>
                    <a:pt x="604038" y="251182"/>
                  </a:cubicBezTo>
                  <a:cubicBezTo>
                    <a:pt x="637188" y="232750"/>
                    <a:pt x="657355" y="208381"/>
                    <a:pt x="657355" y="181661"/>
                  </a:cubicBezTo>
                  <a:cubicBezTo>
                    <a:pt x="657355" y="124164"/>
                    <a:pt x="563975" y="77552"/>
                    <a:pt x="448790" y="77552"/>
                  </a:cubicBezTo>
                  <a:close/>
                  <a:moveTo>
                    <a:pt x="116569" y="158720"/>
                  </a:moveTo>
                  <a:cubicBezTo>
                    <a:pt x="116561" y="158746"/>
                    <a:pt x="116554" y="158773"/>
                    <a:pt x="116545" y="158800"/>
                  </a:cubicBezTo>
                  <a:moveTo>
                    <a:pt x="155104" y="263596"/>
                  </a:moveTo>
                  <a:cubicBezTo>
                    <a:pt x="151545" y="259723"/>
                    <a:pt x="148872" y="256814"/>
                    <a:pt x="146469" y="254199"/>
                  </a:cubicBezTo>
                  <a:moveTo>
                    <a:pt x="757882" y="237777"/>
                  </a:moveTo>
                  <a:cubicBezTo>
                    <a:pt x="753540" y="242538"/>
                    <a:pt x="750524" y="245843"/>
                    <a:pt x="747702" y="248937"/>
                  </a:cubicBez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1685703" y="2854446"/>
              <a:ext cx="907634" cy="448126"/>
            </a:xfrm>
            <a:custGeom>
              <a:avLst/>
              <a:gdLst/>
              <a:ahLst/>
              <a:cxnLst/>
              <a:rect l="0" t="0" r="0" b="0"/>
              <a:pathLst>
                <a:path w="907634" h="448126">
                  <a:moveTo>
                    <a:pt x="461087" y="13"/>
                  </a:moveTo>
                  <a:cubicBezTo>
                    <a:pt x="449601" y="20"/>
                    <a:pt x="443832" y="25"/>
                    <a:pt x="421327" y="39"/>
                  </a:cubicBezTo>
                  <a:lnTo>
                    <a:pt x="386845" y="63927"/>
                  </a:lnTo>
                  <a:cubicBezTo>
                    <a:pt x="375052" y="65661"/>
                    <a:pt x="367487" y="66774"/>
                    <a:pt x="359916" y="67887"/>
                  </a:cubicBezTo>
                  <a:cubicBezTo>
                    <a:pt x="352361" y="69000"/>
                    <a:pt x="344802" y="70111"/>
                    <a:pt x="333033" y="71842"/>
                  </a:cubicBezTo>
                  <a:lnTo>
                    <a:pt x="234495" y="27523"/>
                  </a:lnTo>
                  <a:cubicBezTo>
                    <a:pt x="225429" y="30437"/>
                    <a:pt x="219590" y="32314"/>
                    <a:pt x="214906" y="33819"/>
                  </a:cubicBezTo>
                  <a:cubicBezTo>
                    <a:pt x="205006" y="37002"/>
                    <a:pt x="200259" y="38528"/>
                    <a:pt x="181103" y="44684"/>
                  </a:cubicBezTo>
                  <a:lnTo>
                    <a:pt x="221355" y="107739"/>
                  </a:lnTo>
                  <a:lnTo>
                    <a:pt x="212610" y="112788"/>
                  </a:lnTo>
                  <a:cubicBezTo>
                    <a:pt x="202901" y="118394"/>
                    <a:pt x="197394" y="121572"/>
                    <a:pt x="184677" y="128910"/>
                  </a:cubicBezTo>
                  <a:lnTo>
                    <a:pt x="181103" y="128618"/>
                  </a:lnTo>
                  <a:lnTo>
                    <a:pt x="53751" y="118186"/>
                  </a:lnTo>
                  <a:cubicBezTo>
                    <a:pt x="46797" y="125808"/>
                    <a:pt x="43697" y="129206"/>
                    <a:pt x="40597" y="132606"/>
                  </a:cubicBezTo>
                  <a:cubicBezTo>
                    <a:pt x="37496" y="136005"/>
                    <a:pt x="34395" y="139404"/>
                    <a:pt x="27444" y="147024"/>
                  </a:cubicBezTo>
                  <a:lnTo>
                    <a:pt x="53751" y="157885"/>
                  </a:lnTo>
                  <a:lnTo>
                    <a:pt x="129656" y="189226"/>
                  </a:lnTo>
                  <a:cubicBezTo>
                    <a:pt x="127926" y="195290"/>
                    <a:pt x="126815" y="199183"/>
                    <a:pt x="125704" y="203077"/>
                  </a:cubicBezTo>
                  <a:cubicBezTo>
                    <a:pt x="125696" y="203103"/>
                    <a:pt x="125689" y="203130"/>
                    <a:pt x="125681" y="203157"/>
                  </a:cubicBezTo>
                  <a:cubicBezTo>
                    <a:pt x="124578" y="207023"/>
                    <a:pt x="123469" y="210905"/>
                    <a:pt x="121751" y="216929"/>
                  </a:cubicBezTo>
                  <a:lnTo>
                    <a:pt x="53751" y="231606"/>
                  </a:lnTo>
                  <a:lnTo>
                    <a:pt x="27444" y="237285"/>
                  </a:lnTo>
                  <a:lnTo>
                    <a:pt x="0" y="243209"/>
                  </a:lnTo>
                  <a:cubicBezTo>
                    <a:pt x="2413" y="251487"/>
                    <a:pt x="3489" y="255183"/>
                    <a:pt x="4564" y="258876"/>
                  </a:cubicBezTo>
                  <a:lnTo>
                    <a:pt x="4567" y="258886"/>
                  </a:lnTo>
                  <a:cubicBezTo>
                    <a:pt x="5644" y="262582"/>
                    <a:pt x="6719" y="266279"/>
                    <a:pt x="9135" y="274565"/>
                  </a:cubicBezTo>
                  <a:lnTo>
                    <a:pt x="27444" y="275670"/>
                  </a:lnTo>
                  <a:lnTo>
                    <a:pt x="140856" y="282514"/>
                  </a:lnTo>
                  <a:cubicBezTo>
                    <a:pt x="147525" y="289768"/>
                    <a:pt x="151083" y="293638"/>
                    <a:pt x="155582" y="298533"/>
                  </a:cubicBezTo>
                  <a:lnTo>
                    <a:pt x="155604" y="298556"/>
                  </a:lnTo>
                  <a:cubicBezTo>
                    <a:pt x="158007" y="301172"/>
                    <a:pt x="160680" y="304080"/>
                    <a:pt x="164240" y="307953"/>
                  </a:cubicBezTo>
                  <a:lnTo>
                    <a:pt x="127705" y="335107"/>
                  </a:lnTo>
                  <a:lnTo>
                    <a:pt x="90583" y="362699"/>
                  </a:lnTo>
                  <a:lnTo>
                    <a:pt x="90325" y="362890"/>
                  </a:lnTo>
                  <a:cubicBezTo>
                    <a:pt x="108068" y="373077"/>
                    <a:pt x="109976" y="374171"/>
                    <a:pt x="121559" y="380820"/>
                  </a:cubicBezTo>
                  <a:cubicBezTo>
                    <a:pt x="124356" y="382425"/>
                    <a:pt x="127716" y="384353"/>
                    <a:pt x="132000" y="386812"/>
                  </a:cubicBezTo>
                  <a:lnTo>
                    <a:pt x="251409" y="357985"/>
                  </a:lnTo>
                  <a:lnTo>
                    <a:pt x="298656" y="373085"/>
                  </a:lnTo>
                  <a:lnTo>
                    <a:pt x="296371" y="430909"/>
                  </a:lnTo>
                  <a:lnTo>
                    <a:pt x="296042" y="439238"/>
                  </a:lnTo>
                  <a:cubicBezTo>
                    <a:pt x="302377" y="440160"/>
                    <a:pt x="307331" y="440882"/>
                    <a:pt x="311449" y="441482"/>
                  </a:cubicBezTo>
                  <a:cubicBezTo>
                    <a:pt x="311557" y="441498"/>
                    <a:pt x="311665" y="441514"/>
                    <a:pt x="311771" y="441530"/>
                  </a:cubicBezTo>
                  <a:cubicBezTo>
                    <a:pt x="328320" y="443941"/>
                    <a:pt x="331293" y="444374"/>
                    <a:pt x="357025" y="448126"/>
                  </a:cubicBezTo>
                  <a:lnTo>
                    <a:pt x="426203" y="391677"/>
                  </a:lnTo>
                  <a:lnTo>
                    <a:pt x="482314" y="391642"/>
                  </a:lnTo>
                  <a:lnTo>
                    <a:pt x="551832" y="448009"/>
                  </a:lnTo>
                  <a:cubicBezTo>
                    <a:pt x="567930" y="445642"/>
                    <a:pt x="575113" y="444586"/>
                    <a:pt x="582295" y="443530"/>
                  </a:cubicBezTo>
                  <a:cubicBezTo>
                    <a:pt x="589478" y="442474"/>
                    <a:pt x="596659" y="441417"/>
                    <a:pt x="612760" y="439048"/>
                  </a:cubicBezTo>
                  <a:lnTo>
                    <a:pt x="612573" y="434915"/>
                  </a:lnTo>
                  <a:lnTo>
                    <a:pt x="609752" y="372898"/>
                  </a:lnTo>
                  <a:cubicBezTo>
                    <a:pt x="620062" y="369583"/>
                    <a:pt x="626688" y="367455"/>
                    <a:pt x="633307" y="365327"/>
                  </a:cubicBezTo>
                  <a:cubicBezTo>
                    <a:pt x="633424" y="365290"/>
                    <a:pt x="633541" y="365252"/>
                    <a:pt x="633657" y="365215"/>
                  </a:cubicBezTo>
                  <a:cubicBezTo>
                    <a:pt x="633713" y="365196"/>
                    <a:pt x="633769" y="365179"/>
                    <a:pt x="633824" y="365161"/>
                  </a:cubicBezTo>
                  <a:cubicBezTo>
                    <a:pt x="640291" y="363083"/>
                    <a:pt x="646844" y="360977"/>
                    <a:pt x="656912" y="357740"/>
                  </a:cubicBezTo>
                  <a:lnTo>
                    <a:pt x="776493" y="386423"/>
                  </a:lnTo>
                  <a:lnTo>
                    <a:pt x="818025" y="362454"/>
                  </a:lnTo>
                  <a:lnTo>
                    <a:pt x="779424" y="333936"/>
                  </a:lnTo>
                  <a:lnTo>
                    <a:pt x="743782" y="307603"/>
                  </a:lnTo>
                  <a:cubicBezTo>
                    <a:pt x="749610" y="301213"/>
                    <a:pt x="753049" y="297444"/>
                    <a:pt x="756837" y="293294"/>
                  </a:cubicBezTo>
                  <a:cubicBezTo>
                    <a:pt x="759659" y="290201"/>
                    <a:pt x="762675" y="286895"/>
                    <a:pt x="767017" y="282135"/>
                  </a:cubicBezTo>
                  <a:lnTo>
                    <a:pt x="870610" y="275757"/>
                  </a:lnTo>
                  <a:lnTo>
                    <a:pt x="898689" y="274028"/>
                  </a:lnTo>
                  <a:lnTo>
                    <a:pt x="907634" y="242663"/>
                  </a:lnTo>
                  <a:lnTo>
                    <a:pt x="879619" y="236658"/>
                  </a:lnTo>
                  <a:lnTo>
                    <a:pt x="785729" y="216530"/>
                  </a:lnTo>
                  <a:cubicBezTo>
                    <a:pt x="784172" y="211179"/>
                    <a:pt x="783104" y="207520"/>
                    <a:pt x="782095" y="204058"/>
                  </a:cubicBezTo>
                  <a:cubicBezTo>
                    <a:pt x="780818" y="199676"/>
                    <a:pt x="779633" y="195612"/>
                    <a:pt x="777661" y="188837"/>
                  </a:cubicBezTo>
                  <a:lnTo>
                    <a:pt x="879619" y="146515"/>
                  </a:lnTo>
                  <a:cubicBezTo>
                    <a:pt x="872623" y="138902"/>
                    <a:pt x="869500" y="135506"/>
                    <a:pt x="866378" y="132111"/>
                  </a:cubicBezTo>
                  <a:cubicBezTo>
                    <a:pt x="863257" y="128716"/>
                    <a:pt x="860135" y="125321"/>
                    <a:pt x="853139" y="117709"/>
                  </a:cubicBezTo>
                  <a:lnTo>
                    <a:pt x="725340" y="128333"/>
                  </a:lnTo>
                  <a:lnTo>
                    <a:pt x="722274" y="128588"/>
                  </a:lnTo>
                  <a:lnTo>
                    <a:pt x="685465" y="107460"/>
                  </a:lnTo>
                  <a:lnTo>
                    <a:pt x="725340" y="44357"/>
                  </a:lnTo>
                  <a:lnTo>
                    <a:pt x="712955" y="40400"/>
                  </a:lnTo>
                  <a:cubicBezTo>
                    <a:pt x="697165" y="35355"/>
                    <a:pt x="695129" y="34705"/>
                    <a:pt x="671842" y="27261"/>
                  </a:cubicBezTo>
                  <a:lnTo>
                    <a:pt x="573570" y="71701"/>
                  </a:lnTo>
                  <a:cubicBezTo>
                    <a:pt x="550271" y="68302"/>
                    <a:pt x="543452" y="67308"/>
                    <a:pt x="520560" y="63972"/>
                  </a:cubicBezTo>
                  <a:lnTo>
                    <a:pt x="519706" y="63848"/>
                  </a:lnTo>
                  <a:lnTo>
                    <a:pt x="484836" y="0"/>
                  </a:lnTo>
                  <a:close/>
                  <a:moveTo>
                    <a:pt x="457925" y="330126"/>
                  </a:moveTo>
                  <a:cubicBezTo>
                    <a:pt x="396269" y="330126"/>
                    <a:pt x="340860" y="316771"/>
                    <a:pt x="302677" y="295540"/>
                  </a:cubicBezTo>
                  <a:cubicBezTo>
                    <a:pt x="269526" y="277107"/>
                    <a:pt x="249361" y="252738"/>
                    <a:pt x="249361" y="226019"/>
                  </a:cubicBezTo>
                  <a:cubicBezTo>
                    <a:pt x="249361" y="168522"/>
                    <a:pt x="342740" y="121910"/>
                    <a:pt x="457925" y="121910"/>
                  </a:cubicBezTo>
                  <a:cubicBezTo>
                    <a:pt x="573110" y="121910"/>
                    <a:pt x="666490" y="168522"/>
                    <a:pt x="666490" y="226019"/>
                  </a:cubicBezTo>
                  <a:cubicBezTo>
                    <a:pt x="666490" y="252738"/>
                    <a:pt x="646323" y="277107"/>
                    <a:pt x="613173" y="295540"/>
                  </a:cubicBezTo>
                  <a:cubicBezTo>
                    <a:pt x="574990" y="316771"/>
                    <a:pt x="519582" y="330126"/>
                    <a:pt x="457925" y="330126"/>
                  </a:cubicBezTo>
                  <a:close/>
                  <a:moveTo>
                    <a:pt x="125704" y="203077"/>
                  </a:moveTo>
                  <a:lnTo>
                    <a:pt x="125681" y="203157"/>
                  </a:lnTo>
                  <a:moveTo>
                    <a:pt x="164240" y="307953"/>
                  </a:moveTo>
                  <a:lnTo>
                    <a:pt x="155604" y="298556"/>
                  </a:lnTo>
                  <a:moveTo>
                    <a:pt x="132000" y="386812"/>
                  </a:moveTo>
                  <a:lnTo>
                    <a:pt x="121559" y="380820"/>
                  </a:lnTo>
                  <a:moveTo>
                    <a:pt x="311771" y="441530"/>
                  </a:moveTo>
                  <a:lnTo>
                    <a:pt x="311449" y="441482"/>
                  </a:lnTo>
                  <a:lnTo>
                    <a:pt x="296042" y="439238"/>
                  </a:lnTo>
                  <a:moveTo>
                    <a:pt x="612760" y="439048"/>
                  </a:moveTo>
                  <a:lnTo>
                    <a:pt x="582295" y="443530"/>
                  </a:lnTo>
                  <a:lnTo>
                    <a:pt x="551832" y="448009"/>
                  </a:lnTo>
                  <a:moveTo>
                    <a:pt x="633824" y="365161"/>
                  </a:moveTo>
                  <a:lnTo>
                    <a:pt x="633657" y="365215"/>
                  </a:lnTo>
                  <a:lnTo>
                    <a:pt x="633307" y="365327"/>
                  </a:lnTo>
                  <a:moveTo>
                    <a:pt x="818025" y="362496"/>
                  </a:moveTo>
                  <a:lnTo>
                    <a:pt x="818025" y="362454"/>
                  </a:lnTo>
                  <a:moveTo>
                    <a:pt x="767017" y="282135"/>
                  </a:moveTo>
                  <a:lnTo>
                    <a:pt x="756837" y="293294"/>
                  </a:lnTo>
                </a:path>
              </a:pathLst>
            </a:custGeom>
            <a:noFill/>
            <a:ln w="17380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2097472" y="3501906"/>
            <a:ext cx="83820" cy="291845"/>
            <a:chOff x="2097472" y="3501906"/>
            <a:chExt cx="83820" cy="291845"/>
          </a:xfrm>
        </p:grpSpPr>
        <p:sp>
          <p:nvSpPr>
            <p:cNvPr id="100" name="Rounded Rectangle 99"/>
            <p:cNvSpPr/>
            <p:nvPr/>
          </p:nvSpPr>
          <p:spPr>
            <a:xfrm>
              <a:off x="2139382" y="3522956"/>
              <a:ext cx="9525" cy="270795"/>
            </a:xfrm>
            <a:custGeom>
              <a:avLst/>
              <a:gdLst/>
              <a:ahLst/>
              <a:cxnLst/>
              <a:rect l="0" t="0" r="0" b="0"/>
              <a:pathLst>
                <a:path w="9525" h="270795">
                  <a:moveTo>
                    <a:pt x="0" y="270795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2097472" y="3501906"/>
              <a:ext cx="83820" cy="73342"/>
            </a:xfrm>
            <a:custGeom>
              <a:avLst/>
              <a:gdLst/>
              <a:ahLst/>
              <a:cxnLst/>
              <a:rect l="0" t="0" r="0" b="0"/>
              <a:pathLst>
                <a:path w="83820" h="73342">
                  <a:moveTo>
                    <a:pt x="41910" y="0"/>
                  </a:moveTo>
                  <a:lnTo>
                    <a:pt x="83820" y="73342"/>
                  </a:lnTo>
                  <a:lnTo>
                    <a:pt x="0" y="73342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3487903" y="3467145"/>
            <a:ext cx="83819" cy="326613"/>
            <a:chOff x="3487903" y="3467145"/>
            <a:chExt cx="83819" cy="326613"/>
          </a:xfrm>
        </p:grpSpPr>
        <p:sp>
          <p:nvSpPr>
            <p:cNvPr id="103" name="Rounded Rectangle 102"/>
            <p:cNvSpPr/>
            <p:nvPr/>
          </p:nvSpPr>
          <p:spPr>
            <a:xfrm>
              <a:off x="3529813" y="3488196"/>
              <a:ext cx="9525" cy="305562"/>
            </a:xfrm>
            <a:custGeom>
              <a:avLst/>
              <a:gdLst/>
              <a:ahLst/>
              <a:cxnLst/>
              <a:rect l="0" t="0" r="0" b="0"/>
              <a:pathLst>
                <a:path w="9525" h="305562">
                  <a:moveTo>
                    <a:pt x="0" y="305562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3487903" y="3467145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0"/>
                  </a:moveTo>
                  <a:lnTo>
                    <a:pt x="83819" y="73342"/>
                  </a:lnTo>
                  <a:lnTo>
                    <a:pt x="0" y="73342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4878335" y="3606188"/>
            <a:ext cx="83819" cy="187642"/>
            <a:chOff x="4878335" y="3606188"/>
            <a:chExt cx="83819" cy="187642"/>
          </a:xfrm>
        </p:grpSpPr>
        <p:sp>
          <p:nvSpPr>
            <p:cNvPr id="106" name="Rounded Rectangle 105"/>
            <p:cNvSpPr/>
            <p:nvPr/>
          </p:nvSpPr>
          <p:spPr>
            <a:xfrm>
              <a:off x="4920245" y="3627238"/>
              <a:ext cx="9525" cy="166592"/>
            </a:xfrm>
            <a:custGeom>
              <a:avLst/>
              <a:gdLst/>
              <a:ahLst/>
              <a:cxnLst/>
              <a:rect l="0" t="0" r="0" b="0"/>
              <a:pathLst>
                <a:path w="9525" h="166592">
                  <a:moveTo>
                    <a:pt x="0" y="166592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4878335" y="3606188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0"/>
                  </a:moveTo>
                  <a:lnTo>
                    <a:pt x="83819" y="73342"/>
                  </a:lnTo>
                  <a:lnTo>
                    <a:pt x="0" y="73342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6268766" y="3501906"/>
            <a:ext cx="83819" cy="291845"/>
            <a:chOff x="6268766" y="3501906"/>
            <a:chExt cx="83819" cy="291845"/>
          </a:xfrm>
        </p:grpSpPr>
        <p:sp>
          <p:nvSpPr>
            <p:cNvPr id="109" name="Rounded Rectangle 108"/>
            <p:cNvSpPr/>
            <p:nvPr/>
          </p:nvSpPr>
          <p:spPr>
            <a:xfrm>
              <a:off x="6310676" y="3522956"/>
              <a:ext cx="9525" cy="270795"/>
            </a:xfrm>
            <a:custGeom>
              <a:avLst/>
              <a:gdLst/>
              <a:ahLst/>
              <a:cxnLst/>
              <a:rect l="0" t="0" r="0" b="0"/>
              <a:pathLst>
                <a:path w="9525" h="270795">
                  <a:moveTo>
                    <a:pt x="0" y="270795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6268766" y="3501906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0"/>
                  </a:moveTo>
                  <a:lnTo>
                    <a:pt x="83819" y="73342"/>
                  </a:lnTo>
                  <a:lnTo>
                    <a:pt x="0" y="73342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402257" y="2194803"/>
            <a:ext cx="83820" cy="465772"/>
            <a:chOff x="1402257" y="2194803"/>
            <a:chExt cx="83820" cy="465772"/>
          </a:xfrm>
        </p:grpSpPr>
        <p:sp>
          <p:nvSpPr>
            <p:cNvPr id="112" name="Rounded Rectangle 111"/>
            <p:cNvSpPr/>
            <p:nvPr/>
          </p:nvSpPr>
          <p:spPr>
            <a:xfrm>
              <a:off x="1444167" y="2194803"/>
              <a:ext cx="9525" cy="444627"/>
            </a:xfrm>
            <a:custGeom>
              <a:avLst/>
              <a:gdLst/>
              <a:ahLst/>
              <a:cxnLst/>
              <a:rect l="0" t="0" r="0" b="0"/>
              <a:pathLst>
                <a:path w="9525" h="444627">
                  <a:moveTo>
                    <a:pt x="0" y="444627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1402257" y="2587233"/>
              <a:ext cx="83820" cy="73342"/>
            </a:xfrm>
            <a:custGeom>
              <a:avLst/>
              <a:gdLst/>
              <a:ahLst/>
              <a:cxnLst/>
              <a:rect l="0" t="0" r="0" b="0"/>
              <a:pathLst>
                <a:path w="83820" h="73342">
                  <a:moveTo>
                    <a:pt x="41910" y="73342"/>
                  </a:moveTo>
                  <a:lnTo>
                    <a:pt x="0" y="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2792688" y="2194803"/>
            <a:ext cx="83819" cy="187642"/>
            <a:chOff x="2792688" y="2194803"/>
            <a:chExt cx="83819" cy="187642"/>
          </a:xfrm>
        </p:grpSpPr>
        <p:sp>
          <p:nvSpPr>
            <p:cNvPr id="115" name="Rounded Rectangle 114"/>
            <p:cNvSpPr/>
            <p:nvPr/>
          </p:nvSpPr>
          <p:spPr>
            <a:xfrm>
              <a:off x="2834598" y="2194803"/>
              <a:ext cx="9525" cy="166496"/>
            </a:xfrm>
            <a:custGeom>
              <a:avLst/>
              <a:gdLst/>
              <a:ahLst/>
              <a:cxnLst/>
              <a:rect l="0" t="0" r="0" b="0"/>
              <a:pathLst>
                <a:path w="9525" h="166496">
                  <a:moveTo>
                    <a:pt x="0" y="166496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2792688" y="2309103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73342"/>
                  </a:moveTo>
                  <a:lnTo>
                    <a:pt x="0" y="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4183119" y="2194803"/>
            <a:ext cx="83819" cy="360997"/>
            <a:chOff x="4183119" y="2194803"/>
            <a:chExt cx="83819" cy="360997"/>
          </a:xfrm>
        </p:grpSpPr>
        <p:sp>
          <p:nvSpPr>
            <p:cNvPr id="118" name="Rounded Rectangle 117"/>
            <p:cNvSpPr/>
            <p:nvPr/>
          </p:nvSpPr>
          <p:spPr>
            <a:xfrm>
              <a:off x="4225029" y="2194803"/>
              <a:ext cx="9525" cy="340328"/>
            </a:xfrm>
            <a:custGeom>
              <a:avLst/>
              <a:gdLst/>
              <a:ahLst/>
              <a:cxnLst/>
              <a:rect l="0" t="0" r="0" b="0"/>
              <a:pathLst>
                <a:path w="9525" h="340328">
                  <a:moveTo>
                    <a:pt x="0" y="340328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4183119" y="2482458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73342"/>
                  </a:moveTo>
                  <a:lnTo>
                    <a:pt x="0" y="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5573550" y="2194803"/>
            <a:ext cx="83819" cy="465772"/>
            <a:chOff x="5573550" y="2194803"/>
            <a:chExt cx="83819" cy="465772"/>
          </a:xfrm>
        </p:grpSpPr>
        <p:sp>
          <p:nvSpPr>
            <p:cNvPr id="121" name="Rounded Rectangle 120"/>
            <p:cNvSpPr/>
            <p:nvPr/>
          </p:nvSpPr>
          <p:spPr>
            <a:xfrm>
              <a:off x="5615460" y="2194803"/>
              <a:ext cx="9525" cy="444627"/>
            </a:xfrm>
            <a:custGeom>
              <a:avLst/>
              <a:gdLst/>
              <a:ahLst/>
              <a:cxnLst/>
              <a:rect l="0" t="0" r="0" b="0"/>
              <a:pathLst>
                <a:path w="9525" h="444627">
                  <a:moveTo>
                    <a:pt x="0" y="444627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5573550" y="2587233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73342"/>
                  </a:moveTo>
                  <a:lnTo>
                    <a:pt x="0" y="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7659197" y="3467145"/>
            <a:ext cx="83819" cy="326613"/>
            <a:chOff x="7659197" y="3467145"/>
            <a:chExt cx="83819" cy="326613"/>
          </a:xfrm>
        </p:grpSpPr>
        <p:sp>
          <p:nvSpPr>
            <p:cNvPr id="124" name="Rounded Rectangle 123"/>
            <p:cNvSpPr/>
            <p:nvPr/>
          </p:nvSpPr>
          <p:spPr>
            <a:xfrm>
              <a:off x="7701107" y="3488196"/>
              <a:ext cx="9525" cy="305562"/>
            </a:xfrm>
            <a:custGeom>
              <a:avLst/>
              <a:gdLst/>
              <a:ahLst/>
              <a:cxnLst/>
              <a:rect l="0" t="0" r="0" b="0"/>
              <a:pathLst>
                <a:path w="9525" h="305562">
                  <a:moveTo>
                    <a:pt x="0" y="305562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7659197" y="3467145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0"/>
                  </a:moveTo>
                  <a:lnTo>
                    <a:pt x="83819" y="73342"/>
                  </a:lnTo>
                  <a:lnTo>
                    <a:pt x="0" y="73342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6963982" y="2194803"/>
            <a:ext cx="83819" cy="187642"/>
            <a:chOff x="6963982" y="2194803"/>
            <a:chExt cx="83819" cy="187642"/>
          </a:xfrm>
        </p:grpSpPr>
        <p:sp>
          <p:nvSpPr>
            <p:cNvPr id="127" name="Rounded Rectangle 126"/>
            <p:cNvSpPr/>
            <p:nvPr/>
          </p:nvSpPr>
          <p:spPr>
            <a:xfrm>
              <a:off x="7005892" y="2194803"/>
              <a:ext cx="9525" cy="166496"/>
            </a:xfrm>
            <a:custGeom>
              <a:avLst/>
              <a:gdLst/>
              <a:ahLst/>
              <a:cxnLst/>
              <a:rect l="0" t="0" r="0" b="0"/>
              <a:pathLst>
                <a:path w="9525" h="166496">
                  <a:moveTo>
                    <a:pt x="0" y="166496"/>
                  </a:moveTo>
                  <a:lnTo>
                    <a:pt x="0" y="0"/>
                  </a:lnTo>
                </a:path>
              </a:pathLst>
            </a:custGeom>
            <a:noFill/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6963982" y="2309103"/>
              <a:ext cx="83819" cy="73342"/>
            </a:xfrm>
            <a:custGeom>
              <a:avLst/>
              <a:gdLst/>
              <a:ahLst/>
              <a:cxnLst/>
              <a:rect l="0" t="0" r="0" b="0"/>
              <a:pathLst>
                <a:path w="83819" h="73342">
                  <a:moveTo>
                    <a:pt x="41909" y="73342"/>
                  </a:moveTo>
                  <a:lnTo>
                    <a:pt x="0" y="0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196661"/>
            </a:solidFill>
            <a:ln w="17380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6628960" y="1143021"/>
            <a:ext cx="752598" cy="333659"/>
            <a:chOff x="6628960" y="1143021"/>
            <a:chExt cx="752598" cy="333659"/>
          </a:xfrm>
        </p:grpSpPr>
        <p:sp>
          <p:nvSpPr>
            <p:cNvPr id="130" name="TextBox 129"/>
            <p:cNvSpPr txBox="1"/>
            <p:nvPr/>
          </p:nvSpPr>
          <p:spPr>
            <a:xfrm>
              <a:off x="6572516" y="1143021"/>
              <a:ext cx="865487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Report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6572516" y="1309803"/>
              <a:ext cx="865487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Generation</a:t>
              </a: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876399" y="1455842"/>
            <a:ext cx="1134259" cy="1668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196661"/>
                </a:solidFill>
                <a:latin typeface="Funnel Display"/>
              </a:rPr>
              <a:t>Property Input</a:t>
            </a:r>
          </a:p>
        </p:txBody>
      </p:sp>
      <p:grpSp>
        <p:nvGrpSpPr>
          <p:cNvPr id="136" name="Group 135"/>
          <p:cNvGrpSpPr/>
          <p:nvPr/>
        </p:nvGrpSpPr>
        <p:grpSpPr>
          <a:xfrm>
            <a:off x="5262931" y="1143021"/>
            <a:ext cx="703783" cy="333659"/>
            <a:chOff x="5262931" y="1143021"/>
            <a:chExt cx="703783" cy="333659"/>
          </a:xfrm>
        </p:grpSpPr>
        <p:sp>
          <p:nvSpPr>
            <p:cNvPr id="134" name="TextBox 133"/>
            <p:cNvSpPr txBox="1"/>
            <p:nvPr/>
          </p:nvSpPr>
          <p:spPr>
            <a:xfrm>
              <a:off x="5210148" y="1143021"/>
              <a:ext cx="809350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AI + Rules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5210148" y="1309803"/>
              <a:ext cx="809350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Validation</a:t>
              </a:r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3718877" y="1309848"/>
            <a:ext cx="1011030" cy="1668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196661"/>
                </a:solidFill>
                <a:latin typeface="Funnel Display"/>
              </a:rPr>
              <a:t>Chain of Title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48519" y="371475"/>
            <a:ext cx="6446971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196661"/>
                </a:solidFill>
                <a:latin typeface="Funnel Display"/>
              </a:rPr>
              <a:t>The 10 Stages of Automation</a:t>
            </a:r>
          </a:p>
        </p:txBody>
      </p:sp>
      <p:grpSp>
        <p:nvGrpSpPr>
          <p:cNvPr id="141" name="Group 140"/>
          <p:cNvGrpSpPr/>
          <p:nvPr/>
        </p:nvGrpSpPr>
        <p:grpSpPr>
          <a:xfrm>
            <a:off x="2357768" y="1289016"/>
            <a:ext cx="952376" cy="333659"/>
            <a:chOff x="2357768" y="1289016"/>
            <a:chExt cx="952376" cy="333659"/>
          </a:xfrm>
        </p:grpSpPr>
        <p:sp>
          <p:nvSpPr>
            <p:cNvPr id="139" name="TextBox 138"/>
            <p:cNvSpPr txBox="1"/>
            <p:nvPr/>
          </p:nvSpPr>
          <p:spPr>
            <a:xfrm>
              <a:off x="2286340" y="1289016"/>
              <a:ext cx="1095232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Owner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2286340" y="1455798"/>
              <a:ext cx="1095232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Normalization</a:t>
              </a:r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907453" y="1692235"/>
            <a:ext cx="1072162" cy="291968"/>
            <a:chOff x="907453" y="1692235"/>
            <a:chExt cx="1072162" cy="291968"/>
          </a:xfrm>
        </p:grpSpPr>
        <p:sp>
          <p:nvSpPr>
            <p:cNvPr id="142" name="TextBox 141"/>
            <p:cNvSpPr txBox="1"/>
            <p:nvPr/>
          </p:nvSpPr>
          <p:spPr>
            <a:xfrm>
              <a:off x="827041" y="1692235"/>
              <a:ext cx="1232986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Address and order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827041" y="1838253"/>
              <a:ext cx="1232986" cy="14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entry</a:t>
              </a: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6560913" y="1546247"/>
            <a:ext cx="888682" cy="437939"/>
            <a:chOff x="6560913" y="1546247"/>
            <a:chExt cx="888682" cy="437939"/>
          </a:xfrm>
        </p:grpSpPr>
        <p:sp>
          <p:nvSpPr>
            <p:cNvPr id="145" name="TextBox 144"/>
            <p:cNvSpPr txBox="1"/>
            <p:nvPr/>
          </p:nvSpPr>
          <p:spPr>
            <a:xfrm>
              <a:off x="6494262" y="1546247"/>
              <a:ext cx="1021984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Creating the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6494262" y="1692265"/>
              <a:ext cx="1021984" cy="145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structured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494262" y="1838188"/>
              <a:ext cx="1021984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property report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139230" y="1546247"/>
            <a:ext cx="951185" cy="437939"/>
            <a:chOff x="5139230" y="1546247"/>
            <a:chExt cx="951185" cy="437939"/>
          </a:xfrm>
        </p:grpSpPr>
        <p:sp>
          <p:nvSpPr>
            <p:cNvPr id="149" name="TextBox 148"/>
            <p:cNvSpPr txBox="1"/>
            <p:nvPr/>
          </p:nvSpPr>
          <p:spPr>
            <a:xfrm>
              <a:off x="5067892" y="1546247"/>
              <a:ext cx="1093862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Matching data</a:t>
              </a: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5067892" y="1692265"/>
              <a:ext cx="1093862" cy="145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against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5067892" y="1838188"/>
              <a:ext cx="1093862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jurisdiction rules</a:t>
              </a:r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3721472" y="1546247"/>
            <a:ext cx="1005849" cy="437939"/>
            <a:chOff x="3721472" y="1546247"/>
            <a:chExt cx="1005849" cy="437939"/>
          </a:xfrm>
        </p:grpSpPr>
        <p:sp>
          <p:nvSpPr>
            <p:cNvPr id="153" name="TextBox 152"/>
            <p:cNvSpPr txBox="1"/>
            <p:nvPr/>
          </p:nvSpPr>
          <p:spPr>
            <a:xfrm>
              <a:off x="3646034" y="1546247"/>
              <a:ext cx="1156726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Connecting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3646034" y="1692265"/>
              <a:ext cx="1156726" cy="145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owners and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646034" y="1838188"/>
              <a:ext cx="1156726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backward tracing</a:t>
              </a:r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1776450" y="3930810"/>
            <a:ext cx="724579" cy="1668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196661"/>
                </a:solidFill>
                <a:latin typeface="Funnel Display"/>
              </a:rPr>
              <a:t>PI Search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59695" y="3930810"/>
            <a:ext cx="738972" cy="1668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196661"/>
                </a:solidFill>
                <a:latin typeface="Funnel Display"/>
              </a:rPr>
              <a:t>GI Search</a:t>
            </a:r>
          </a:p>
        </p:txBody>
      </p:sp>
      <p:grpSp>
        <p:nvGrpSpPr>
          <p:cNvPr id="161" name="Group 160"/>
          <p:cNvGrpSpPr/>
          <p:nvPr/>
        </p:nvGrpSpPr>
        <p:grpSpPr>
          <a:xfrm>
            <a:off x="4430384" y="3930833"/>
            <a:ext cx="978455" cy="333660"/>
            <a:chOff x="4430384" y="3930833"/>
            <a:chExt cx="978455" cy="333660"/>
          </a:xfrm>
        </p:grpSpPr>
        <p:sp>
          <p:nvSpPr>
            <p:cNvPr id="159" name="TextBox 158"/>
            <p:cNvSpPr txBox="1"/>
            <p:nvPr/>
          </p:nvSpPr>
          <p:spPr>
            <a:xfrm>
              <a:off x="4357000" y="3930833"/>
              <a:ext cx="1125223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Encumbrance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357000" y="4097616"/>
              <a:ext cx="1125223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Search</a:t>
              </a:r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5940887" y="3930811"/>
            <a:ext cx="738311" cy="333659"/>
            <a:chOff x="5940887" y="3930811"/>
            <a:chExt cx="738311" cy="333659"/>
          </a:xfrm>
        </p:grpSpPr>
        <p:sp>
          <p:nvSpPr>
            <p:cNvPr id="162" name="TextBox 161"/>
            <p:cNvSpPr txBox="1"/>
            <p:nvPr/>
          </p:nvSpPr>
          <p:spPr>
            <a:xfrm>
              <a:off x="5885514" y="3930811"/>
              <a:ext cx="849057" cy="1667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QA &amp;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5885514" y="4097593"/>
              <a:ext cx="849057" cy="1668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96661"/>
                  </a:solidFill>
                  <a:latin typeface="Funnel Display"/>
                </a:rPr>
                <a:t>Exceptions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7204682" y="3930810"/>
            <a:ext cx="991577" cy="1668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>
                <a:solidFill>
                  <a:srgbClr val="196661"/>
                </a:solidFill>
                <a:latin typeface="Funnel Display"/>
              </a:rPr>
              <a:t>Typing Team</a:t>
            </a:r>
          </a:p>
        </p:txBody>
      </p:sp>
      <p:grpSp>
        <p:nvGrpSpPr>
          <p:cNvPr id="169" name="Group 168"/>
          <p:cNvGrpSpPr/>
          <p:nvPr/>
        </p:nvGrpSpPr>
        <p:grpSpPr>
          <a:xfrm>
            <a:off x="1660771" y="4167209"/>
            <a:ext cx="955948" cy="437939"/>
            <a:chOff x="1660771" y="4167209"/>
            <a:chExt cx="955948" cy="437939"/>
          </a:xfrm>
        </p:grpSpPr>
        <p:sp>
          <p:nvSpPr>
            <p:cNvPr id="166" name="TextBox 165"/>
            <p:cNvSpPr txBox="1"/>
            <p:nvPr/>
          </p:nvSpPr>
          <p:spPr>
            <a:xfrm>
              <a:off x="1589075" y="4167209"/>
              <a:ext cx="1099340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APN, legal</a:t>
              </a: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589075" y="4313227"/>
              <a:ext cx="1099340" cy="145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description, and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589075" y="4459150"/>
              <a:ext cx="1099340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owner retrieval</a:t>
              </a:r>
            </a:p>
          </p:txBody>
        </p:sp>
      </p:grpSp>
      <p:grpSp>
        <p:nvGrpSpPr>
          <p:cNvPr id="174" name="Group 173"/>
          <p:cNvGrpSpPr/>
          <p:nvPr/>
        </p:nvGrpSpPr>
        <p:grpSpPr>
          <a:xfrm>
            <a:off x="3117515" y="4167189"/>
            <a:ext cx="823321" cy="583910"/>
            <a:chOff x="3117515" y="4167189"/>
            <a:chExt cx="823321" cy="583910"/>
          </a:xfrm>
        </p:grpSpPr>
        <p:sp>
          <p:nvSpPr>
            <p:cNvPr id="170" name="TextBox 169"/>
            <p:cNvSpPr txBox="1"/>
            <p:nvPr/>
          </p:nvSpPr>
          <p:spPr>
            <a:xfrm>
              <a:off x="3055766" y="4167189"/>
              <a:ext cx="946819" cy="145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General index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3055766" y="4313112"/>
              <a:ext cx="946819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search for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3055766" y="4459130"/>
              <a:ext cx="946819" cy="145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recorded</a:t>
              </a: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3055766" y="4605053"/>
              <a:ext cx="946819" cy="146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documents</a:t>
              </a:r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7196893" y="4167184"/>
            <a:ext cx="1007144" cy="437939"/>
            <a:chOff x="7196893" y="4167184"/>
            <a:chExt cx="1007144" cy="437939"/>
          </a:xfrm>
        </p:grpSpPr>
        <p:sp>
          <p:nvSpPr>
            <p:cNvPr id="175" name="TextBox 174"/>
            <p:cNvSpPr txBox="1"/>
            <p:nvPr/>
          </p:nvSpPr>
          <p:spPr>
            <a:xfrm>
              <a:off x="7121358" y="4167184"/>
              <a:ext cx="1158215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Final preparation</a:t>
              </a: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7121358" y="4313202"/>
              <a:ext cx="1158215" cy="145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of the verified</a:t>
              </a: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7121358" y="4459125"/>
              <a:ext cx="1158215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package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4463065" y="4334062"/>
            <a:ext cx="913085" cy="437939"/>
            <a:chOff x="4463065" y="4334062"/>
            <a:chExt cx="913085" cy="437939"/>
          </a:xfrm>
        </p:grpSpPr>
        <p:sp>
          <p:nvSpPr>
            <p:cNvPr id="179" name="TextBox 178"/>
            <p:cNvSpPr txBox="1"/>
            <p:nvPr/>
          </p:nvSpPr>
          <p:spPr>
            <a:xfrm>
              <a:off x="4394584" y="4334062"/>
              <a:ext cx="1050047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Collecting</a:t>
              </a: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394584" y="4480080"/>
              <a:ext cx="1050047" cy="1459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mortgages and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394584" y="4626003"/>
              <a:ext cx="1050047" cy="145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liens</a:t>
              </a:r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5784849" y="4334008"/>
            <a:ext cx="1050369" cy="291968"/>
            <a:chOff x="5784849" y="4334008"/>
            <a:chExt cx="1050369" cy="291968"/>
          </a:xfrm>
        </p:grpSpPr>
        <p:sp>
          <p:nvSpPr>
            <p:cNvPr id="183" name="TextBox 182"/>
            <p:cNvSpPr txBox="1"/>
            <p:nvPr/>
          </p:nvSpPr>
          <p:spPr>
            <a:xfrm>
              <a:off x="5706072" y="4334008"/>
              <a:ext cx="1207924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Human review for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706072" y="4480026"/>
              <a:ext cx="1207924" cy="14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uncertain items</a:t>
              </a:r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2374198" y="1692235"/>
            <a:ext cx="919514" cy="291968"/>
            <a:chOff x="2374198" y="1692235"/>
            <a:chExt cx="919514" cy="291968"/>
          </a:xfrm>
        </p:grpSpPr>
        <p:sp>
          <p:nvSpPr>
            <p:cNvPr id="186" name="TextBox 185"/>
            <p:cNvSpPr txBox="1"/>
            <p:nvPr/>
          </p:nvSpPr>
          <p:spPr>
            <a:xfrm>
              <a:off x="2305235" y="1692235"/>
              <a:ext cx="1057441" cy="146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Standardizing</a:t>
              </a: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2305235" y="1838253"/>
              <a:ext cx="1057441" cy="14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196661"/>
                  </a:solidFill>
                  <a:latin typeface="Funnel Display"/>
                </a:rPr>
                <a:t>name variations</a:t>
              </a:r>
            </a:p>
          </p:txBody>
        </p:sp>
      </p:grpSp>
      <p:sp>
        <p:nvSpPr>
          <p:cNvPr id="189" name="Rounded Rectangle 188"/>
          <p:cNvSpPr/>
          <p:nvPr/>
        </p:nvSpPr>
        <p:spPr>
          <a:xfrm>
            <a:off x="134856" y="492287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4572000" y="371475"/>
            <a:ext cx="4200525" cy="44005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1475" y="3419475"/>
            <a:ext cx="3829050" cy="1352550"/>
          </a:xfrm>
          <a:custGeom>
            <a:avLst/>
            <a:gdLst/>
            <a:ahLst/>
            <a:cxnLst/>
            <a:rect l="0" t="0" r="0" b="0"/>
            <a:pathLst>
              <a:path w="3829050" h="1352550">
                <a:moveTo>
                  <a:pt x="3829050" y="1238250"/>
                </a:moveTo>
                <a:cubicBezTo>
                  <a:pt x="3829050" y="1301372"/>
                  <a:pt x="3777872" y="1352550"/>
                  <a:pt x="3714750" y="1352550"/>
                </a:cubicBezTo>
                <a:lnTo>
                  <a:pt x="114300" y="1352550"/>
                </a:lnTo>
                <a:cubicBezTo>
                  <a:pt x="51177" y="1352550"/>
                  <a:pt x="0" y="1301372"/>
                  <a:pt x="0" y="1238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714750" y="0"/>
                </a:lnTo>
                <a:cubicBezTo>
                  <a:pt x="3777872" y="0"/>
                  <a:pt x="3829050" y="51177"/>
                  <a:pt x="3829050" y="114300"/>
                </a:cubicBezTo>
                <a:lnTo>
                  <a:pt x="3829050" y="1238250"/>
                </a:ln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1475" y="3419474"/>
            <a:ext cx="3829050" cy="1352550"/>
          </a:xfrm>
          <a:custGeom>
            <a:avLst/>
            <a:gdLst/>
            <a:ahLst/>
            <a:cxnLst/>
            <a:rect l="0" t="0" r="0" b="0"/>
            <a:pathLst>
              <a:path w="382905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714750" y="0"/>
                </a:moveTo>
                <a:lnTo>
                  <a:pt x="114300" y="0"/>
                </a:lnTo>
                <a:moveTo>
                  <a:pt x="3829050" y="114300"/>
                </a:moveTo>
                <a:cubicBezTo>
                  <a:pt x="3829050" y="51174"/>
                  <a:pt x="3777876" y="0"/>
                  <a:pt x="3714750" y="0"/>
                </a:cubicBezTo>
                <a:moveTo>
                  <a:pt x="3829050" y="1238250"/>
                </a:moveTo>
                <a:lnTo>
                  <a:pt x="3829050" y="114300"/>
                </a:lnTo>
                <a:moveTo>
                  <a:pt x="3714750" y="1352550"/>
                </a:moveTo>
                <a:cubicBezTo>
                  <a:pt x="3777876" y="1352550"/>
                  <a:pt x="3829050" y="1301375"/>
                  <a:pt x="3829050" y="1238250"/>
                </a:cubicBezTo>
                <a:moveTo>
                  <a:pt x="371475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475" y="371475"/>
            <a:ext cx="1828800" cy="1685925"/>
          </a:xfrm>
          <a:custGeom>
            <a:avLst/>
            <a:gdLst/>
            <a:ahLst/>
            <a:cxnLst/>
            <a:rect l="0" t="0" r="0" b="0"/>
            <a:pathLst>
              <a:path w="1828800" h="1685925">
                <a:moveTo>
                  <a:pt x="1828800" y="1571625"/>
                </a:moveTo>
                <a:cubicBezTo>
                  <a:pt x="1828800" y="1634747"/>
                  <a:pt x="1777622" y="1685925"/>
                  <a:pt x="1714500" y="1685925"/>
                </a:cubicBezTo>
                <a:lnTo>
                  <a:pt x="114300" y="1685925"/>
                </a:lnTo>
                <a:cubicBezTo>
                  <a:pt x="51177" y="1685925"/>
                  <a:pt x="0" y="1634747"/>
                  <a:pt x="0" y="1571625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1714500" y="0"/>
                </a:lnTo>
                <a:cubicBezTo>
                  <a:pt x="1777622" y="0"/>
                  <a:pt x="1828800" y="51177"/>
                  <a:pt x="1828800" y="114300"/>
                </a:cubicBezTo>
                <a:lnTo>
                  <a:pt x="1828800" y="1571625"/>
                </a:lnTo>
              </a:path>
            </a:pathLst>
          </a:custGeom>
          <a:solidFill>
            <a:srgbClr val="14BAB7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475" y="371475"/>
            <a:ext cx="1828800" cy="1685925"/>
          </a:xfrm>
          <a:custGeom>
            <a:avLst/>
            <a:gdLst/>
            <a:ahLst/>
            <a:cxnLst/>
            <a:rect l="0" t="0" r="0" b="0"/>
            <a:pathLst>
              <a:path w="1828800" h="16859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571625"/>
                </a:moveTo>
                <a:lnTo>
                  <a:pt x="1828800" y="114300"/>
                </a:lnTo>
                <a:moveTo>
                  <a:pt x="1714500" y="1685925"/>
                </a:moveTo>
                <a:cubicBezTo>
                  <a:pt x="1777625" y="1685925"/>
                  <a:pt x="1828800" y="1634750"/>
                  <a:pt x="1828800" y="1571625"/>
                </a:cubicBezTo>
                <a:moveTo>
                  <a:pt x="1714500" y="1685925"/>
                </a:moveTo>
                <a:lnTo>
                  <a:pt x="114300" y="1685925"/>
                </a:lnTo>
                <a:moveTo>
                  <a:pt x="114300" y="1685925"/>
                </a:moveTo>
                <a:cubicBezTo>
                  <a:pt x="51174" y="1685925"/>
                  <a:pt x="0" y="1634750"/>
                  <a:pt x="0" y="1571625"/>
                </a:cubicBezTo>
                <a:moveTo>
                  <a:pt x="0" y="1571625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1725" y="371475"/>
            <a:ext cx="1828800" cy="1685925"/>
          </a:xfrm>
          <a:custGeom>
            <a:avLst/>
            <a:gdLst/>
            <a:ahLst/>
            <a:cxnLst/>
            <a:rect l="0" t="0" r="0" b="0"/>
            <a:pathLst>
              <a:path w="1828800" h="1685925">
                <a:moveTo>
                  <a:pt x="1828800" y="1571625"/>
                </a:moveTo>
                <a:cubicBezTo>
                  <a:pt x="1828800" y="1634747"/>
                  <a:pt x="1777622" y="1685925"/>
                  <a:pt x="1714500" y="1685925"/>
                </a:cubicBezTo>
                <a:lnTo>
                  <a:pt x="114300" y="1685925"/>
                </a:lnTo>
                <a:cubicBezTo>
                  <a:pt x="51177" y="1685925"/>
                  <a:pt x="0" y="1634747"/>
                  <a:pt x="0" y="1571625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1714500" y="0"/>
                </a:lnTo>
                <a:cubicBezTo>
                  <a:pt x="1777622" y="0"/>
                  <a:pt x="1828800" y="51177"/>
                  <a:pt x="1828800" y="114300"/>
                </a:cubicBezTo>
                <a:lnTo>
                  <a:pt x="1828800" y="1571625"/>
                </a:lnTo>
              </a:path>
            </a:pathLst>
          </a:custGeom>
          <a:solidFill>
            <a:srgbClr val="14BAB7">
              <a:alpha val="5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1725" y="371475"/>
            <a:ext cx="1828800" cy="1685925"/>
          </a:xfrm>
          <a:custGeom>
            <a:avLst/>
            <a:gdLst/>
            <a:ahLst/>
            <a:cxnLst/>
            <a:rect l="0" t="0" r="0" b="0"/>
            <a:pathLst>
              <a:path w="1828800" h="1685925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571625"/>
                </a:moveTo>
                <a:lnTo>
                  <a:pt x="1828800" y="114300"/>
                </a:lnTo>
                <a:moveTo>
                  <a:pt x="1714500" y="1685925"/>
                </a:moveTo>
                <a:cubicBezTo>
                  <a:pt x="1777625" y="1685925"/>
                  <a:pt x="1828800" y="1634750"/>
                  <a:pt x="1828800" y="1571625"/>
                </a:cubicBezTo>
                <a:moveTo>
                  <a:pt x="1714500" y="1685925"/>
                </a:moveTo>
                <a:lnTo>
                  <a:pt x="114300" y="1685925"/>
                </a:lnTo>
                <a:moveTo>
                  <a:pt x="114300" y="1685925"/>
                </a:moveTo>
                <a:cubicBezTo>
                  <a:pt x="51174" y="1685925"/>
                  <a:pt x="0" y="1634750"/>
                  <a:pt x="0" y="1571625"/>
                </a:cubicBezTo>
                <a:moveTo>
                  <a:pt x="0" y="1571625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475" y="1895475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1828800" y="1238250"/>
                </a:moveTo>
                <a:cubicBezTo>
                  <a:pt x="1828800" y="1301372"/>
                  <a:pt x="1777622" y="1352550"/>
                  <a:pt x="1714500" y="1352550"/>
                </a:cubicBezTo>
                <a:lnTo>
                  <a:pt x="114300" y="1352550"/>
                </a:lnTo>
                <a:cubicBezTo>
                  <a:pt x="51177" y="1352550"/>
                  <a:pt x="0" y="1301372"/>
                  <a:pt x="0" y="1238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1714500" y="0"/>
                </a:lnTo>
                <a:cubicBezTo>
                  <a:pt x="1777622" y="0"/>
                  <a:pt x="1828800" y="51177"/>
                  <a:pt x="1828800" y="114300"/>
                </a:cubicBezTo>
                <a:lnTo>
                  <a:pt x="1828800" y="1238250"/>
                </a:lnTo>
              </a:path>
            </a:pathLst>
          </a:custGeom>
          <a:solidFill>
            <a:srgbClr val="14BAB7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1475" y="1895474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238250"/>
                </a:moveTo>
                <a:lnTo>
                  <a:pt x="1828800" y="114300"/>
                </a:lnTo>
                <a:moveTo>
                  <a:pt x="1714500" y="1352550"/>
                </a:moveTo>
                <a:cubicBezTo>
                  <a:pt x="1777625" y="1352550"/>
                  <a:pt x="1828800" y="1301375"/>
                  <a:pt x="1828800" y="1238250"/>
                </a:cubicBezTo>
                <a:moveTo>
                  <a:pt x="171450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1725" y="1895475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1828800" y="1238250"/>
                </a:moveTo>
                <a:cubicBezTo>
                  <a:pt x="1828800" y="1301372"/>
                  <a:pt x="1777622" y="1352550"/>
                  <a:pt x="1714500" y="1352550"/>
                </a:cubicBezTo>
                <a:lnTo>
                  <a:pt x="114300" y="1352550"/>
                </a:lnTo>
                <a:cubicBezTo>
                  <a:pt x="51177" y="1352550"/>
                  <a:pt x="0" y="1301372"/>
                  <a:pt x="0" y="123825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1714500" y="0"/>
                </a:lnTo>
                <a:cubicBezTo>
                  <a:pt x="1777622" y="0"/>
                  <a:pt x="1828800" y="51177"/>
                  <a:pt x="1828800" y="114300"/>
                </a:cubicBezTo>
                <a:lnTo>
                  <a:pt x="1828800" y="1238250"/>
                </a:lnTo>
              </a:path>
            </a:pathLst>
          </a:custGeom>
          <a:solidFill>
            <a:srgbClr val="14BAB7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1725" y="1895474"/>
            <a:ext cx="1828800" cy="1352550"/>
          </a:xfrm>
          <a:custGeom>
            <a:avLst/>
            <a:gdLst/>
            <a:ahLst/>
            <a:cxnLst/>
            <a:rect l="0" t="0" r="0" b="0"/>
            <a:pathLst>
              <a:path w="1828800" h="1352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1714500" y="0"/>
                </a:moveTo>
                <a:lnTo>
                  <a:pt x="114300" y="0"/>
                </a:lnTo>
                <a:moveTo>
                  <a:pt x="1828800" y="114300"/>
                </a:moveTo>
                <a:cubicBezTo>
                  <a:pt x="1828800" y="51174"/>
                  <a:pt x="1777625" y="0"/>
                  <a:pt x="1714500" y="0"/>
                </a:cubicBezTo>
                <a:moveTo>
                  <a:pt x="1828800" y="1238250"/>
                </a:moveTo>
                <a:lnTo>
                  <a:pt x="1828800" y="114300"/>
                </a:lnTo>
                <a:moveTo>
                  <a:pt x="1714500" y="1352550"/>
                </a:moveTo>
                <a:cubicBezTo>
                  <a:pt x="1777625" y="1352550"/>
                  <a:pt x="1828800" y="1301375"/>
                  <a:pt x="1828800" y="1238250"/>
                </a:cubicBezTo>
                <a:moveTo>
                  <a:pt x="1714500" y="1352550"/>
                </a:moveTo>
                <a:lnTo>
                  <a:pt x="114300" y="1352550"/>
                </a:lnTo>
                <a:moveTo>
                  <a:pt x="114300" y="1352550"/>
                </a:moveTo>
                <a:cubicBezTo>
                  <a:pt x="51174" y="1352550"/>
                  <a:pt x="0" y="1301375"/>
                  <a:pt x="0" y="1238250"/>
                </a:cubicBezTo>
                <a:moveTo>
                  <a:pt x="0" y="1238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025" y="561975"/>
            <a:ext cx="93654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96661"/>
                </a:solidFill>
                <a:latin typeface="Funnel Display"/>
              </a:rPr>
              <a:t>PI Result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581275" y="561975"/>
            <a:ext cx="973807" cy="457200"/>
            <a:chOff x="2581275" y="561975"/>
            <a:chExt cx="973807" cy="457200"/>
          </a:xfrm>
        </p:grpSpPr>
        <p:sp>
          <p:nvSpPr>
            <p:cNvPr id="14" name="TextBox 13"/>
            <p:cNvSpPr txBox="1"/>
            <p:nvPr/>
          </p:nvSpPr>
          <p:spPr>
            <a:xfrm>
              <a:off x="2581275" y="561975"/>
              <a:ext cx="11198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Backward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81275" y="790575"/>
              <a:ext cx="11198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Trace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81025" y="876300"/>
            <a:ext cx="1363494" cy="381000"/>
            <a:chOff x="581025" y="876300"/>
            <a:chExt cx="1363494" cy="381000"/>
          </a:xfrm>
        </p:grpSpPr>
        <p:sp>
          <p:nvSpPr>
            <p:cNvPr id="17" name="TextBox 16"/>
            <p:cNvSpPr txBox="1"/>
            <p:nvPr/>
          </p:nvSpPr>
          <p:spPr>
            <a:xfrm>
              <a:off x="581025" y="876300"/>
              <a:ext cx="156801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APN 123-456-789,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1025" y="1066800"/>
              <a:ext cx="156801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Owner: John Smith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581275" y="1104900"/>
            <a:ext cx="1316593" cy="762000"/>
            <a:chOff x="2581275" y="1104900"/>
            <a:chExt cx="1316593" cy="762000"/>
          </a:xfrm>
        </p:grpSpPr>
        <p:sp>
          <p:nvSpPr>
            <p:cNvPr id="20" name="TextBox 19"/>
            <p:cNvSpPr txBox="1"/>
            <p:nvPr/>
          </p:nvSpPr>
          <p:spPr>
            <a:xfrm>
              <a:off x="2581275" y="1104900"/>
              <a:ext cx="15140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System identifies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81275" y="1295400"/>
              <a:ext cx="15140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Robert Jones as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81275" y="1485900"/>
              <a:ext cx="15140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grantor on a 2024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81275" y="1676400"/>
              <a:ext cx="15140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Quitclaim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81025" y="2085975"/>
            <a:ext cx="111768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96661"/>
                </a:solidFill>
                <a:latin typeface="Funnel Display"/>
              </a:rPr>
              <a:t>Prior Deed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1275" y="2085975"/>
            <a:ext cx="1602937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96661"/>
                </a:solidFill>
                <a:latin typeface="Funnel Display"/>
              </a:rPr>
              <a:t>Encumbrances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81025" y="2400300"/>
            <a:ext cx="1359455" cy="571500"/>
            <a:chOff x="581025" y="2400300"/>
            <a:chExt cx="1359455" cy="571500"/>
          </a:xfrm>
        </p:grpSpPr>
        <p:sp>
          <p:nvSpPr>
            <p:cNvPr id="27" name="TextBox 26"/>
            <p:cNvSpPr txBox="1"/>
            <p:nvPr/>
          </p:nvSpPr>
          <p:spPr>
            <a:xfrm>
              <a:off x="581025" y="2400300"/>
              <a:ext cx="1563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Locates 2020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1025" y="2590800"/>
              <a:ext cx="1563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Warranty Deed for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1025" y="2781300"/>
              <a:ext cx="156337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Robert Jones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581275" y="2400300"/>
            <a:ext cx="1363265" cy="571500"/>
            <a:chOff x="2581275" y="2400300"/>
            <a:chExt cx="1363265" cy="571500"/>
          </a:xfrm>
        </p:grpSpPr>
        <p:sp>
          <p:nvSpPr>
            <p:cNvPr id="31" name="TextBox 30"/>
            <p:cNvSpPr txBox="1"/>
            <p:nvPr/>
          </p:nvSpPr>
          <p:spPr>
            <a:xfrm>
              <a:off x="2581275" y="2400300"/>
              <a:ext cx="156775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Checks 2024 Deed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81275" y="2590800"/>
              <a:ext cx="156775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of Trust and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81275" y="2781300"/>
              <a:ext cx="156775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potential liens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962525" y="2647950"/>
            <a:ext cx="2671171" cy="1200150"/>
            <a:chOff x="4962525" y="2647950"/>
            <a:chExt cx="2671171" cy="1200150"/>
          </a:xfrm>
        </p:grpSpPr>
        <p:sp>
          <p:nvSpPr>
            <p:cNvPr id="35" name="TextBox 34"/>
            <p:cNvSpPr txBox="1"/>
            <p:nvPr/>
          </p:nvSpPr>
          <p:spPr>
            <a:xfrm>
              <a:off x="4962525" y="2647950"/>
              <a:ext cx="307184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Workflow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62525" y="3048000"/>
              <a:ext cx="307184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Example: 123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62525" y="3448050"/>
              <a:ext cx="3071846" cy="400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196661"/>
                  </a:solidFill>
                  <a:latin typeface="Funnel Display"/>
                </a:rPr>
                <a:t>Main Street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581025" y="3609975"/>
            <a:ext cx="98187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96661"/>
                </a:solidFill>
                <a:latin typeface="Funnel Display"/>
              </a:rPr>
              <a:t>Outcome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81025" y="3924300"/>
            <a:ext cx="3342208" cy="381000"/>
            <a:chOff x="581025" y="3924300"/>
            <a:chExt cx="3342208" cy="381000"/>
          </a:xfrm>
        </p:grpSpPr>
        <p:sp>
          <p:nvSpPr>
            <p:cNvPr id="40" name="TextBox 39"/>
            <p:cNvSpPr txBox="1"/>
            <p:nvPr/>
          </p:nvSpPr>
          <p:spPr>
            <a:xfrm>
              <a:off x="581025" y="3924300"/>
              <a:ext cx="38435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Chronological chain and evidence delivered to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1025" y="4114800"/>
              <a:ext cx="384353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0">
                  <a:solidFill>
                    <a:srgbClr val="196661"/>
                  </a:solidFill>
                  <a:latin typeface="Funnel Display"/>
                </a:rPr>
                <a:t>QA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962525" y="3943350"/>
            <a:ext cx="3063354" cy="457200"/>
            <a:chOff x="4962525" y="3943350"/>
            <a:chExt cx="3063354" cy="457200"/>
          </a:xfrm>
        </p:grpSpPr>
        <p:sp>
          <p:nvSpPr>
            <p:cNvPr id="43" name="TextBox 42"/>
            <p:cNvSpPr txBox="1"/>
            <p:nvPr/>
          </p:nvSpPr>
          <p:spPr>
            <a:xfrm>
              <a:off x="4962525" y="3943350"/>
              <a:ext cx="3522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Illustrating the system's ability to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962525" y="4171950"/>
              <a:ext cx="3522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trace complex chains.</a:t>
              </a:r>
            </a:p>
          </p:txBody>
        </p:sp>
      </p:grpSp>
      <p:sp>
        <p:nvSpPr>
          <p:cNvPr id="46" name="Rounded Rectangle 45"/>
          <p:cNvSpPr/>
          <p:nvPr/>
        </p:nvSpPr>
        <p:spPr>
          <a:xfrm>
            <a:off x="7958137" y="490057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95683" y="3045069"/>
            <a:ext cx="2236241" cy="1530572"/>
          </a:xfrm>
          <a:custGeom>
            <a:avLst/>
            <a:gdLst/>
            <a:ahLst/>
            <a:cxnLst/>
            <a:rect l="0" t="0" r="0" b="0"/>
            <a:pathLst>
              <a:path w="2236241" h="1530572">
                <a:moveTo>
                  <a:pt x="1118120" y="1530572"/>
                </a:moveTo>
                <a:cubicBezTo>
                  <a:pt x="1735645" y="1530572"/>
                  <a:pt x="2236241" y="1240812"/>
                  <a:pt x="2236241" y="883367"/>
                </a:cubicBezTo>
                <a:lnTo>
                  <a:pt x="2236241" y="647195"/>
                </a:lnTo>
                <a:cubicBezTo>
                  <a:pt x="2236241" y="687533"/>
                  <a:pt x="2229869" y="726995"/>
                  <a:pt x="2217677" y="765286"/>
                </a:cubicBezTo>
                <a:cubicBezTo>
                  <a:pt x="2121789" y="1066333"/>
                  <a:pt x="1665970" y="1294399"/>
                  <a:pt x="1118120" y="1294399"/>
                </a:cubicBezTo>
                <a:cubicBezTo>
                  <a:pt x="570271" y="1294399"/>
                  <a:pt x="114452" y="1066333"/>
                  <a:pt x="18564" y="765286"/>
                </a:cubicBezTo>
                <a:cubicBezTo>
                  <a:pt x="6372" y="726995"/>
                  <a:pt x="0" y="687533"/>
                  <a:pt x="0" y="647195"/>
                </a:cubicBezTo>
                <a:lnTo>
                  <a:pt x="0" y="883367"/>
                </a:lnTo>
                <a:cubicBezTo>
                  <a:pt x="0" y="1240812"/>
                  <a:pt x="500595" y="1530572"/>
                  <a:pt x="1118120" y="1530572"/>
                </a:cubicBezTo>
                <a:moveTo>
                  <a:pt x="18564" y="765286"/>
                </a:moveTo>
                <a:cubicBezTo>
                  <a:pt x="114452" y="1066333"/>
                  <a:pt x="570271" y="1294399"/>
                  <a:pt x="1118120" y="1294399"/>
                </a:cubicBezTo>
                <a:cubicBezTo>
                  <a:pt x="1665970" y="1294399"/>
                  <a:pt x="2121789" y="1066333"/>
                  <a:pt x="2217677" y="765286"/>
                </a:cubicBezTo>
                <a:cubicBezTo>
                  <a:pt x="2229869" y="726995"/>
                  <a:pt x="2236241" y="687533"/>
                  <a:pt x="2236241" y="647195"/>
                </a:cubicBezTo>
                <a:cubicBezTo>
                  <a:pt x="2236241" y="510368"/>
                  <a:pt x="2162879" y="383457"/>
                  <a:pt x="2037683" y="278920"/>
                </a:cubicBezTo>
                <a:cubicBezTo>
                  <a:pt x="2020957" y="322916"/>
                  <a:pt x="1995039" y="364912"/>
                  <a:pt x="1961168" y="404212"/>
                </a:cubicBezTo>
                <a:cubicBezTo>
                  <a:pt x="2024224" y="477373"/>
                  <a:pt x="2059695" y="559889"/>
                  <a:pt x="2059695" y="647204"/>
                </a:cubicBezTo>
                <a:cubicBezTo>
                  <a:pt x="2059695" y="687752"/>
                  <a:pt x="2052046" y="727262"/>
                  <a:pt x="2037530" y="765286"/>
                </a:cubicBezTo>
                <a:cubicBezTo>
                  <a:pt x="1944328" y="1009516"/>
                  <a:pt x="1568081" y="1192206"/>
                  <a:pt x="1118120" y="1192206"/>
                </a:cubicBezTo>
                <a:cubicBezTo>
                  <a:pt x="668159" y="1192206"/>
                  <a:pt x="291912" y="1009516"/>
                  <a:pt x="198710" y="765286"/>
                </a:cubicBezTo>
                <a:cubicBezTo>
                  <a:pt x="184194" y="727262"/>
                  <a:pt x="176545" y="687752"/>
                  <a:pt x="176545" y="647204"/>
                </a:cubicBezTo>
                <a:cubicBezTo>
                  <a:pt x="176545" y="559889"/>
                  <a:pt x="212016" y="477373"/>
                  <a:pt x="275072" y="404212"/>
                </a:cubicBezTo>
                <a:cubicBezTo>
                  <a:pt x="241201" y="364912"/>
                  <a:pt x="215284" y="322916"/>
                  <a:pt x="198558" y="278920"/>
                </a:cubicBezTo>
                <a:cubicBezTo>
                  <a:pt x="73361" y="383457"/>
                  <a:pt x="0" y="510368"/>
                  <a:pt x="0" y="647195"/>
                </a:cubicBezTo>
                <a:cubicBezTo>
                  <a:pt x="0" y="687533"/>
                  <a:pt x="6372" y="726995"/>
                  <a:pt x="18564" y="765286"/>
                </a:cubicBezTo>
                <a:moveTo>
                  <a:pt x="176545" y="647204"/>
                </a:moveTo>
                <a:cubicBezTo>
                  <a:pt x="176545" y="559889"/>
                  <a:pt x="212016" y="477373"/>
                  <a:pt x="275072" y="404212"/>
                </a:cubicBezTo>
                <a:cubicBezTo>
                  <a:pt x="312038" y="447103"/>
                  <a:pt x="358482" y="486765"/>
                  <a:pt x="412813" y="522303"/>
                </a:cubicBezTo>
                <a:cubicBezTo>
                  <a:pt x="308838" y="590302"/>
                  <a:pt x="233762" y="673436"/>
                  <a:pt x="198710" y="765286"/>
                </a:cubicBezTo>
                <a:cubicBezTo>
                  <a:pt x="184194" y="727262"/>
                  <a:pt x="176545" y="687752"/>
                  <a:pt x="176545" y="647204"/>
                </a:cubicBezTo>
                <a:moveTo>
                  <a:pt x="1118120" y="102193"/>
                </a:moveTo>
                <a:cubicBezTo>
                  <a:pt x="900969" y="102193"/>
                  <a:pt x="700982" y="144741"/>
                  <a:pt x="541696" y="216227"/>
                </a:cubicBezTo>
                <a:cubicBezTo>
                  <a:pt x="638260" y="280215"/>
                  <a:pt x="766105" y="327983"/>
                  <a:pt x="911437" y="351539"/>
                </a:cubicBezTo>
                <a:cubicBezTo>
                  <a:pt x="977950" y="342909"/>
                  <a:pt x="1047121" y="338366"/>
                  <a:pt x="1118120" y="338366"/>
                </a:cubicBezTo>
                <a:cubicBezTo>
                  <a:pt x="1189129" y="338366"/>
                  <a:pt x="1258300" y="342909"/>
                  <a:pt x="1324813" y="351539"/>
                </a:cubicBezTo>
                <a:cubicBezTo>
                  <a:pt x="1470136" y="327983"/>
                  <a:pt x="1597990" y="280215"/>
                  <a:pt x="1694545" y="216227"/>
                </a:cubicBezTo>
                <a:cubicBezTo>
                  <a:pt x="1535258" y="144741"/>
                  <a:pt x="1335281" y="102193"/>
                  <a:pt x="1118120" y="102193"/>
                </a:cubicBezTo>
                <a:moveTo>
                  <a:pt x="1118120" y="0"/>
                </a:moveTo>
                <a:cubicBezTo>
                  <a:pt x="863822" y="0"/>
                  <a:pt x="629354" y="49139"/>
                  <a:pt x="441502" y="131902"/>
                </a:cubicBezTo>
                <a:cubicBezTo>
                  <a:pt x="469277" y="162277"/>
                  <a:pt x="502967" y="190557"/>
                  <a:pt x="541696" y="216227"/>
                </a:cubicBezTo>
                <a:cubicBezTo>
                  <a:pt x="700982" y="144741"/>
                  <a:pt x="900969" y="102193"/>
                  <a:pt x="1118120" y="102193"/>
                </a:cubicBezTo>
                <a:cubicBezTo>
                  <a:pt x="1335281" y="102193"/>
                  <a:pt x="1535258" y="144741"/>
                  <a:pt x="1694545" y="216227"/>
                </a:cubicBezTo>
                <a:cubicBezTo>
                  <a:pt x="1733283" y="190557"/>
                  <a:pt x="1766973" y="162277"/>
                  <a:pt x="1794748" y="131911"/>
                </a:cubicBezTo>
                <a:cubicBezTo>
                  <a:pt x="1606896" y="49139"/>
                  <a:pt x="1372419" y="0"/>
                  <a:pt x="1118120" y="0"/>
                </a:cubicBezTo>
                <a:moveTo>
                  <a:pt x="2037530" y="765286"/>
                </a:moveTo>
                <a:cubicBezTo>
                  <a:pt x="2002478" y="673436"/>
                  <a:pt x="1927402" y="590302"/>
                  <a:pt x="1823427" y="522303"/>
                </a:cubicBezTo>
                <a:cubicBezTo>
                  <a:pt x="1877758" y="486765"/>
                  <a:pt x="1924202" y="447103"/>
                  <a:pt x="1961168" y="404212"/>
                </a:cubicBezTo>
                <a:cubicBezTo>
                  <a:pt x="2024224" y="477373"/>
                  <a:pt x="2059695" y="559889"/>
                  <a:pt x="2059695" y="647204"/>
                </a:cubicBezTo>
                <a:cubicBezTo>
                  <a:pt x="2059695" y="687752"/>
                  <a:pt x="2052046" y="727262"/>
                  <a:pt x="2037530" y="765286"/>
                </a:cubicBez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95683" y="3045069"/>
            <a:ext cx="2236241" cy="1530570"/>
          </a:xfrm>
          <a:custGeom>
            <a:avLst/>
            <a:gdLst/>
            <a:ahLst/>
            <a:cxnLst/>
            <a:rect l="0" t="0" r="0" b="0"/>
            <a:pathLst>
              <a:path w="2236241" h="1530570">
                <a:moveTo>
                  <a:pt x="1118120" y="1530570"/>
                </a:moveTo>
                <a:cubicBezTo>
                  <a:pt x="1735641" y="1530570"/>
                  <a:pt x="2236241" y="1240809"/>
                  <a:pt x="2236241" y="883370"/>
                </a:cubicBezTo>
                <a:lnTo>
                  <a:pt x="2236241" y="647198"/>
                </a:lnTo>
                <a:cubicBezTo>
                  <a:pt x="2236241" y="687528"/>
                  <a:pt x="2229868" y="726997"/>
                  <a:pt x="2217673" y="765284"/>
                </a:cubicBezTo>
                <a:cubicBezTo>
                  <a:pt x="2121787" y="1066336"/>
                  <a:pt x="1665966" y="1294398"/>
                  <a:pt x="1118120" y="1294398"/>
                </a:cubicBezTo>
                <a:cubicBezTo>
                  <a:pt x="570275" y="1294398"/>
                  <a:pt x="114454" y="1066336"/>
                  <a:pt x="18568" y="765284"/>
                </a:cubicBezTo>
                <a:cubicBezTo>
                  <a:pt x="6373" y="726997"/>
                  <a:pt x="0" y="687528"/>
                  <a:pt x="0" y="647198"/>
                </a:cubicBezTo>
                <a:lnTo>
                  <a:pt x="0" y="883370"/>
                </a:lnTo>
                <a:cubicBezTo>
                  <a:pt x="0" y="1240809"/>
                  <a:pt x="500599" y="1530570"/>
                  <a:pt x="1118120" y="1530570"/>
                </a:cubicBezTo>
                <a:close/>
                <a:moveTo>
                  <a:pt x="18568" y="765284"/>
                </a:moveTo>
                <a:cubicBezTo>
                  <a:pt x="114454" y="1066336"/>
                  <a:pt x="570275" y="1294398"/>
                  <a:pt x="1118120" y="1294398"/>
                </a:cubicBezTo>
                <a:cubicBezTo>
                  <a:pt x="1665966" y="1294398"/>
                  <a:pt x="2121787" y="1066336"/>
                  <a:pt x="2217673" y="765284"/>
                </a:cubicBezTo>
                <a:cubicBezTo>
                  <a:pt x="2229868" y="726997"/>
                  <a:pt x="2236241" y="687528"/>
                  <a:pt x="2236241" y="647198"/>
                </a:cubicBezTo>
                <a:cubicBezTo>
                  <a:pt x="2236241" y="510367"/>
                  <a:pt x="2162881" y="383454"/>
                  <a:pt x="2037685" y="278917"/>
                </a:cubicBezTo>
                <a:cubicBezTo>
                  <a:pt x="2020955" y="322912"/>
                  <a:pt x="1995042" y="364913"/>
                  <a:pt x="1961167" y="404214"/>
                </a:cubicBezTo>
                <a:cubicBezTo>
                  <a:pt x="2024223" y="477370"/>
                  <a:pt x="2059694" y="559887"/>
                  <a:pt x="2059694" y="647200"/>
                </a:cubicBezTo>
                <a:cubicBezTo>
                  <a:pt x="2059694" y="687748"/>
                  <a:pt x="2052044" y="727263"/>
                  <a:pt x="2037533" y="765286"/>
                </a:cubicBezTo>
                <a:cubicBezTo>
                  <a:pt x="1944329" y="1009514"/>
                  <a:pt x="1568084" y="1192209"/>
                  <a:pt x="1118120" y="1192209"/>
                </a:cubicBezTo>
                <a:cubicBezTo>
                  <a:pt x="668156" y="1192209"/>
                  <a:pt x="291912" y="1009514"/>
                  <a:pt x="198707" y="765286"/>
                </a:cubicBezTo>
                <a:cubicBezTo>
                  <a:pt x="184197" y="727263"/>
                  <a:pt x="176546" y="687748"/>
                  <a:pt x="176546" y="647200"/>
                </a:cubicBezTo>
                <a:cubicBezTo>
                  <a:pt x="176546" y="559887"/>
                  <a:pt x="212017" y="477370"/>
                  <a:pt x="275073" y="404214"/>
                </a:cubicBezTo>
                <a:cubicBezTo>
                  <a:pt x="241199" y="364913"/>
                  <a:pt x="215285" y="322912"/>
                  <a:pt x="198556" y="278917"/>
                </a:cubicBezTo>
                <a:cubicBezTo>
                  <a:pt x="73359" y="383454"/>
                  <a:pt x="0" y="510367"/>
                  <a:pt x="0" y="647198"/>
                </a:cubicBezTo>
                <a:cubicBezTo>
                  <a:pt x="0" y="687528"/>
                  <a:pt x="6373" y="726997"/>
                  <a:pt x="18568" y="765284"/>
                </a:cubicBezTo>
                <a:close/>
                <a:moveTo>
                  <a:pt x="176546" y="647200"/>
                </a:moveTo>
                <a:cubicBezTo>
                  <a:pt x="176546" y="559887"/>
                  <a:pt x="212017" y="477370"/>
                  <a:pt x="275073" y="404214"/>
                </a:cubicBezTo>
                <a:cubicBezTo>
                  <a:pt x="312037" y="447099"/>
                  <a:pt x="358480" y="486768"/>
                  <a:pt x="412814" y="522300"/>
                </a:cubicBezTo>
                <a:cubicBezTo>
                  <a:pt x="308838" y="590297"/>
                  <a:pt x="233758" y="673440"/>
                  <a:pt x="198707" y="765286"/>
                </a:cubicBezTo>
                <a:cubicBezTo>
                  <a:pt x="184197" y="727263"/>
                  <a:pt x="176546" y="687748"/>
                  <a:pt x="176546" y="647200"/>
                </a:cubicBezTo>
                <a:close/>
                <a:moveTo>
                  <a:pt x="1118120" y="102191"/>
                </a:moveTo>
                <a:cubicBezTo>
                  <a:pt x="900968" y="102191"/>
                  <a:pt x="700986" y="144741"/>
                  <a:pt x="541700" y="216222"/>
                </a:cubicBezTo>
                <a:cubicBezTo>
                  <a:pt x="638259" y="280216"/>
                  <a:pt x="766109" y="327985"/>
                  <a:pt x="911439" y="351535"/>
                </a:cubicBezTo>
                <a:cubicBezTo>
                  <a:pt x="977949" y="342912"/>
                  <a:pt x="1047117" y="338364"/>
                  <a:pt x="1118120" y="338364"/>
                </a:cubicBezTo>
                <a:cubicBezTo>
                  <a:pt x="1189126" y="338364"/>
                  <a:pt x="1258298" y="342913"/>
                  <a:pt x="1324810" y="351536"/>
                </a:cubicBezTo>
                <a:cubicBezTo>
                  <a:pt x="1470140" y="327987"/>
                  <a:pt x="1597990" y="280220"/>
                  <a:pt x="1694549" y="216226"/>
                </a:cubicBezTo>
                <a:cubicBezTo>
                  <a:pt x="1535262" y="144743"/>
                  <a:pt x="1335276" y="102191"/>
                  <a:pt x="1118120" y="102191"/>
                </a:cubicBezTo>
                <a:close/>
                <a:moveTo>
                  <a:pt x="1118120" y="0"/>
                </a:moveTo>
                <a:cubicBezTo>
                  <a:pt x="863823" y="0"/>
                  <a:pt x="629355" y="49138"/>
                  <a:pt x="441507" y="131905"/>
                </a:cubicBezTo>
                <a:cubicBezTo>
                  <a:pt x="469277" y="162277"/>
                  <a:pt x="502972" y="190554"/>
                  <a:pt x="541700" y="216222"/>
                </a:cubicBezTo>
                <a:cubicBezTo>
                  <a:pt x="700986" y="144741"/>
                  <a:pt x="900968" y="102191"/>
                  <a:pt x="1118120" y="102191"/>
                </a:cubicBezTo>
                <a:cubicBezTo>
                  <a:pt x="1335276" y="102191"/>
                  <a:pt x="1535262" y="144743"/>
                  <a:pt x="1694549" y="216226"/>
                </a:cubicBezTo>
                <a:cubicBezTo>
                  <a:pt x="1733279" y="190559"/>
                  <a:pt x="1766974" y="162281"/>
                  <a:pt x="1794744" y="131909"/>
                </a:cubicBezTo>
                <a:cubicBezTo>
                  <a:pt x="1606895" y="49139"/>
                  <a:pt x="1372422" y="0"/>
                  <a:pt x="1118120" y="0"/>
                </a:cubicBezTo>
                <a:close/>
                <a:moveTo>
                  <a:pt x="2037533" y="765286"/>
                </a:moveTo>
                <a:cubicBezTo>
                  <a:pt x="2002483" y="673440"/>
                  <a:pt x="1927402" y="590297"/>
                  <a:pt x="1823426" y="522300"/>
                </a:cubicBezTo>
                <a:cubicBezTo>
                  <a:pt x="1877760" y="486768"/>
                  <a:pt x="1924203" y="447099"/>
                  <a:pt x="1961167" y="404214"/>
                </a:cubicBezTo>
                <a:cubicBezTo>
                  <a:pt x="2024223" y="477370"/>
                  <a:pt x="2059694" y="559887"/>
                  <a:pt x="2059694" y="647200"/>
                </a:cubicBezTo>
                <a:cubicBezTo>
                  <a:pt x="2059694" y="687748"/>
                  <a:pt x="2052044" y="727263"/>
                  <a:pt x="2037533" y="765286"/>
                </a:cubicBezTo>
                <a:close/>
              </a:path>
            </a:pathLst>
          </a:custGeom>
          <a:noFill/>
          <a:ln w="104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6673032" y="2425793"/>
            <a:ext cx="1883149" cy="1326194"/>
            <a:chOff x="6673032" y="2425793"/>
            <a:chExt cx="1883149" cy="1326194"/>
          </a:xfrm>
        </p:grpSpPr>
        <p:sp>
          <p:nvSpPr>
            <p:cNvPr id="4" name="Rounded Rectangle 3"/>
            <p:cNvSpPr/>
            <p:nvPr/>
          </p:nvSpPr>
          <p:spPr>
            <a:xfrm>
              <a:off x="6673032" y="2527987"/>
              <a:ext cx="1883149" cy="1224000"/>
            </a:xfrm>
            <a:custGeom>
              <a:avLst/>
              <a:gdLst/>
              <a:ahLst/>
              <a:cxnLst/>
              <a:rect l="0" t="0" r="0" b="0"/>
              <a:pathLst>
                <a:path w="1883149" h="1224000">
                  <a:moveTo>
                    <a:pt x="941574" y="1224000"/>
                  </a:moveTo>
                  <a:cubicBezTo>
                    <a:pt x="1461592" y="1224000"/>
                    <a:pt x="1883149" y="979989"/>
                    <a:pt x="1883149" y="678989"/>
                  </a:cubicBezTo>
                  <a:lnTo>
                    <a:pt x="1883149" y="442817"/>
                  </a:lnTo>
                  <a:cubicBezTo>
                    <a:pt x="1883149" y="483365"/>
                    <a:pt x="1875501" y="522874"/>
                    <a:pt x="1860984" y="560898"/>
                  </a:cubicBezTo>
                  <a:cubicBezTo>
                    <a:pt x="1767782" y="805129"/>
                    <a:pt x="1391535" y="987828"/>
                    <a:pt x="941574" y="987828"/>
                  </a:cubicBezTo>
                  <a:cubicBezTo>
                    <a:pt x="491613" y="987828"/>
                    <a:pt x="115366" y="805129"/>
                    <a:pt x="22164" y="560898"/>
                  </a:cubicBezTo>
                  <a:cubicBezTo>
                    <a:pt x="7648" y="522874"/>
                    <a:pt x="0" y="483365"/>
                    <a:pt x="0" y="442817"/>
                  </a:cubicBezTo>
                  <a:lnTo>
                    <a:pt x="0" y="678989"/>
                  </a:lnTo>
                  <a:cubicBezTo>
                    <a:pt x="0" y="979989"/>
                    <a:pt x="421557" y="1224000"/>
                    <a:pt x="941574" y="1224000"/>
                  </a:cubicBezTo>
                  <a:moveTo>
                    <a:pt x="941584" y="0"/>
                  </a:moveTo>
                  <a:cubicBezTo>
                    <a:pt x="850211" y="0"/>
                    <a:pt x="762571" y="9267"/>
                    <a:pt x="681342" y="26279"/>
                  </a:cubicBezTo>
                  <a:cubicBezTo>
                    <a:pt x="759799" y="48710"/>
                    <a:pt x="848153" y="61312"/>
                    <a:pt x="941584" y="61312"/>
                  </a:cubicBezTo>
                  <a:cubicBezTo>
                    <a:pt x="1035015" y="61312"/>
                    <a:pt x="1123359" y="48710"/>
                    <a:pt x="1201826" y="26279"/>
                  </a:cubicBezTo>
                  <a:cubicBezTo>
                    <a:pt x="1120587" y="9267"/>
                    <a:pt x="1032957" y="0"/>
                    <a:pt x="941584" y="0"/>
                  </a:cubicBezTo>
                  <a:moveTo>
                    <a:pt x="1679114" y="560908"/>
                  </a:moveTo>
                  <a:cubicBezTo>
                    <a:pt x="1697040" y="523313"/>
                    <a:pt x="1706613" y="483717"/>
                    <a:pt x="1706613" y="442826"/>
                  </a:cubicBezTo>
                  <a:cubicBezTo>
                    <a:pt x="1706613" y="353091"/>
                    <a:pt x="1660512" y="269595"/>
                    <a:pt x="1581254" y="199834"/>
                  </a:cubicBezTo>
                  <a:cubicBezTo>
                    <a:pt x="1528914" y="245916"/>
                    <a:pt x="1462106" y="285997"/>
                    <a:pt x="1384582" y="317925"/>
                  </a:cubicBezTo>
                  <a:cubicBezTo>
                    <a:pt x="1525990" y="376151"/>
                    <a:pt x="1631727" y="461524"/>
                    <a:pt x="1679114" y="560908"/>
                  </a:cubicBezTo>
                  <a:moveTo>
                    <a:pt x="176545" y="442826"/>
                  </a:moveTo>
                  <a:cubicBezTo>
                    <a:pt x="176545" y="483717"/>
                    <a:pt x="186128" y="523313"/>
                    <a:pt x="204044" y="560908"/>
                  </a:cubicBezTo>
                  <a:cubicBezTo>
                    <a:pt x="251440" y="461524"/>
                    <a:pt x="357177" y="376151"/>
                    <a:pt x="498586" y="317925"/>
                  </a:cubicBezTo>
                  <a:cubicBezTo>
                    <a:pt x="421052" y="285997"/>
                    <a:pt x="354253" y="245916"/>
                    <a:pt x="301904" y="199834"/>
                  </a:cubicBezTo>
                  <a:cubicBezTo>
                    <a:pt x="222656" y="269595"/>
                    <a:pt x="176545" y="353091"/>
                    <a:pt x="176545" y="442826"/>
                  </a:cubicBez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73032" y="2425793"/>
              <a:ext cx="1883149" cy="1090021"/>
            </a:xfrm>
            <a:custGeom>
              <a:avLst/>
              <a:gdLst/>
              <a:ahLst/>
              <a:cxnLst/>
              <a:rect l="0" t="0" r="0" b="0"/>
              <a:pathLst>
                <a:path w="1883149" h="1090021">
                  <a:moveTo>
                    <a:pt x="681342" y="128473"/>
                  </a:moveTo>
                  <a:cubicBezTo>
                    <a:pt x="762571" y="111461"/>
                    <a:pt x="850211" y="102193"/>
                    <a:pt x="941584" y="102193"/>
                  </a:cubicBezTo>
                  <a:cubicBezTo>
                    <a:pt x="1032957" y="102193"/>
                    <a:pt x="1120587" y="111461"/>
                    <a:pt x="1201826" y="128473"/>
                  </a:cubicBezTo>
                  <a:cubicBezTo>
                    <a:pt x="1263634" y="110804"/>
                    <a:pt x="1319317" y="87039"/>
                    <a:pt x="1366513" y="58531"/>
                  </a:cubicBezTo>
                  <a:cubicBezTo>
                    <a:pt x="1238850" y="21097"/>
                    <a:pt x="1094470" y="0"/>
                    <a:pt x="941574" y="0"/>
                  </a:cubicBezTo>
                  <a:cubicBezTo>
                    <a:pt x="788679" y="0"/>
                    <a:pt x="644299" y="21088"/>
                    <a:pt x="516645" y="58521"/>
                  </a:cubicBezTo>
                  <a:cubicBezTo>
                    <a:pt x="563841" y="87029"/>
                    <a:pt x="619525" y="110804"/>
                    <a:pt x="681342" y="128473"/>
                  </a:cubicBezTo>
                  <a:moveTo>
                    <a:pt x="22164" y="663092"/>
                  </a:moveTo>
                  <a:cubicBezTo>
                    <a:pt x="115366" y="907322"/>
                    <a:pt x="491613" y="1090021"/>
                    <a:pt x="941574" y="1090021"/>
                  </a:cubicBezTo>
                  <a:cubicBezTo>
                    <a:pt x="1391535" y="1090021"/>
                    <a:pt x="1767782" y="907322"/>
                    <a:pt x="1860984" y="663092"/>
                  </a:cubicBezTo>
                  <a:cubicBezTo>
                    <a:pt x="1875501" y="625068"/>
                    <a:pt x="1883149" y="585558"/>
                    <a:pt x="1883149" y="545010"/>
                  </a:cubicBezTo>
                  <a:cubicBezTo>
                    <a:pt x="1883149" y="413289"/>
                    <a:pt x="1802425" y="292484"/>
                    <a:pt x="1668046" y="198262"/>
                  </a:cubicBezTo>
                  <a:cubicBezTo>
                    <a:pt x="1646891" y="235257"/>
                    <a:pt x="1617554" y="270081"/>
                    <a:pt x="1581254" y="302028"/>
                  </a:cubicBezTo>
                  <a:cubicBezTo>
                    <a:pt x="1660512" y="371789"/>
                    <a:pt x="1706613" y="455285"/>
                    <a:pt x="1706613" y="545010"/>
                  </a:cubicBezTo>
                  <a:cubicBezTo>
                    <a:pt x="1706613" y="585911"/>
                    <a:pt x="1697040" y="625506"/>
                    <a:pt x="1679114" y="663101"/>
                  </a:cubicBezTo>
                  <a:cubicBezTo>
                    <a:pt x="1589836" y="850334"/>
                    <a:pt x="1293447" y="987837"/>
                    <a:pt x="941584" y="987837"/>
                  </a:cubicBezTo>
                  <a:cubicBezTo>
                    <a:pt x="589711" y="987837"/>
                    <a:pt x="293331" y="850334"/>
                    <a:pt x="204044" y="663101"/>
                  </a:cubicBezTo>
                  <a:cubicBezTo>
                    <a:pt x="186128" y="625506"/>
                    <a:pt x="176545" y="585911"/>
                    <a:pt x="176545" y="545010"/>
                  </a:cubicBezTo>
                  <a:cubicBezTo>
                    <a:pt x="176545" y="455285"/>
                    <a:pt x="222656" y="371789"/>
                    <a:pt x="301904" y="302028"/>
                  </a:cubicBezTo>
                  <a:cubicBezTo>
                    <a:pt x="265604" y="270081"/>
                    <a:pt x="236267" y="235248"/>
                    <a:pt x="215122" y="198253"/>
                  </a:cubicBezTo>
                  <a:cubicBezTo>
                    <a:pt x="80733" y="292474"/>
                    <a:pt x="0" y="413289"/>
                    <a:pt x="0" y="545010"/>
                  </a:cubicBezTo>
                  <a:cubicBezTo>
                    <a:pt x="0" y="585558"/>
                    <a:pt x="7648" y="625068"/>
                    <a:pt x="22164" y="663092"/>
                  </a:cubicBezTo>
                </a:path>
              </a:pathLst>
            </a:custGeom>
            <a:solidFill>
              <a:srgbClr val="14BAB7">
                <a:alpha val="84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673033" y="2425793"/>
            <a:ext cx="1883148" cy="1326191"/>
            <a:chOff x="6673033" y="2425793"/>
            <a:chExt cx="1883148" cy="1326191"/>
          </a:xfrm>
        </p:grpSpPr>
        <p:sp>
          <p:nvSpPr>
            <p:cNvPr id="7" name="Rounded Rectangle 6"/>
            <p:cNvSpPr/>
            <p:nvPr/>
          </p:nvSpPr>
          <p:spPr>
            <a:xfrm>
              <a:off x="6673033" y="2527986"/>
              <a:ext cx="1883148" cy="1223998"/>
            </a:xfrm>
            <a:custGeom>
              <a:avLst/>
              <a:gdLst/>
              <a:ahLst/>
              <a:cxnLst/>
              <a:rect l="0" t="0" r="0" b="0"/>
              <a:pathLst>
                <a:path w="1883148" h="1223998">
                  <a:moveTo>
                    <a:pt x="941573" y="1223998"/>
                  </a:moveTo>
                  <a:cubicBezTo>
                    <a:pt x="1461590" y="1223998"/>
                    <a:pt x="1883148" y="979990"/>
                    <a:pt x="1883148" y="678989"/>
                  </a:cubicBezTo>
                  <a:lnTo>
                    <a:pt x="1883148" y="442817"/>
                  </a:lnTo>
                  <a:cubicBezTo>
                    <a:pt x="1883148" y="483366"/>
                    <a:pt x="1875498" y="522880"/>
                    <a:pt x="1860987" y="560903"/>
                  </a:cubicBezTo>
                  <a:cubicBezTo>
                    <a:pt x="1767782" y="805132"/>
                    <a:pt x="1391537" y="987826"/>
                    <a:pt x="941573" y="987826"/>
                  </a:cubicBezTo>
                  <a:cubicBezTo>
                    <a:pt x="491610" y="987826"/>
                    <a:pt x="115365" y="805132"/>
                    <a:pt x="22161" y="560903"/>
                  </a:cubicBezTo>
                  <a:cubicBezTo>
                    <a:pt x="7650" y="522880"/>
                    <a:pt x="0" y="483366"/>
                    <a:pt x="0" y="442817"/>
                  </a:cubicBezTo>
                  <a:lnTo>
                    <a:pt x="0" y="678989"/>
                  </a:lnTo>
                  <a:cubicBezTo>
                    <a:pt x="0" y="979990"/>
                    <a:pt x="421556" y="1223998"/>
                    <a:pt x="941573" y="1223998"/>
                  </a:cubicBezTo>
                  <a:close/>
                  <a:moveTo>
                    <a:pt x="941581" y="0"/>
                  </a:moveTo>
                  <a:cubicBezTo>
                    <a:pt x="850207" y="0"/>
                    <a:pt x="762574" y="9272"/>
                    <a:pt x="681338" y="26280"/>
                  </a:cubicBezTo>
                  <a:cubicBezTo>
                    <a:pt x="759802" y="48710"/>
                    <a:pt x="848149" y="61313"/>
                    <a:pt x="941581" y="61313"/>
                  </a:cubicBezTo>
                  <a:cubicBezTo>
                    <a:pt x="1035014" y="61313"/>
                    <a:pt x="1123361" y="48710"/>
                    <a:pt x="1201825" y="26280"/>
                  </a:cubicBezTo>
                  <a:cubicBezTo>
                    <a:pt x="1120589" y="9272"/>
                    <a:pt x="1032956" y="0"/>
                    <a:pt x="941581" y="0"/>
                  </a:cubicBezTo>
                  <a:close/>
                  <a:moveTo>
                    <a:pt x="1679114" y="560909"/>
                  </a:moveTo>
                  <a:cubicBezTo>
                    <a:pt x="1697040" y="523315"/>
                    <a:pt x="1706617" y="483716"/>
                    <a:pt x="1706617" y="442823"/>
                  </a:cubicBezTo>
                  <a:cubicBezTo>
                    <a:pt x="1706617" y="353092"/>
                    <a:pt x="1660509" y="269595"/>
                    <a:pt x="1581258" y="199837"/>
                  </a:cubicBezTo>
                  <a:cubicBezTo>
                    <a:pt x="1528912" y="245913"/>
                    <a:pt x="1462106" y="285996"/>
                    <a:pt x="1384578" y="317923"/>
                  </a:cubicBezTo>
                  <a:cubicBezTo>
                    <a:pt x="1525990" y="376157"/>
                    <a:pt x="1631727" y="461527"/>
                    <a:pt x="1679114" y="560909"/>
                  </a:cubicBezTo>
                  <a:close/>
                  <a:moveTo>
                    <a:pt x="176546" y="442823"/>
                  </a:moveTo>
                  <a:cubicBezTo>
                    <a:pt x="176546" y="483716"/>
                    <a:pt x="186123" y="523315"/>
                    <a:pt x="204048" y="560909"/>
                  </a:cubicBezTo>
                  <a:cubicBezTo>
                    <a:pt x="251436" y="461527"/>
                    <a:pt x="357173" y="376156"/>
                    <a:pt x="498585" y="317923"/>
                  </a:cubicBezTo>
                  <a:cubicBezTo>
                    <a:pt x="421056" y="285996"/>
                    <a:pt x="354250" y="245913"/>
                    <a:pt x="301904" y="199836"/>
                  </a:cubicBezTo>
                  <a:cubicBezTo>
                    <a:pt x="222654" y="269595"/>
                    <a:pt x="176546" y="353092"/>
                    <a:pt x="176546" y="442823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673033" y="2425793"/>
              <a:ext cx="1883148" cy="1090018"/>
            </a:xfrm>
            <a:custGeom>
              <a:avLst/>
              <a:gdLst/>
              <a:ahLst/>
              <a:cxnLst/>
              <a:rect l="0" t="0" r="0" b="0"/>
              <a:pathLst>
                <a:path w="1883148" h="1090018">
                  <a:moveTo>
                    <a:pt x="681338" y="128472"/>
                  </a:moveTo>
                  <a:cubicBezTo>
                    <a:pt x="762574" y="111463"/>
                    <a:pt x="850207" y="102191"/>
                    <a:pt x="941581" y="102191"/>
                  </a:cubicBezTo>
                  <a:cubicBezTo>
                    <a:pt x="1032956" y="102191"/>
                    <a:pt x="1120589" y="111463"/>
                    <a:pt x="1201825" y="128472"/>
                  </a:cubicBezTo>
                  <a:cubicBezTo>
                    <a:pt x="1263636" y="110802"/>
                    <a:pt x="1319313" y="87035"/>
                    <a:pt x="1366513" y="58528"/>
                  </a:cubicBezTo>
                  <a:cubicBezTo>
                    <a:pt x="1238853" y="21094"/>
                    <a:pt x="1094469" y="0"/>
                    <a:pt x="941573" y="0"/>
                  </a:cubicBezTo>
                  <a:cubicBezTo>
                    <a:pt x="788682" y="0"/>
                    <a:pt x="644303" y="21092"/>
                    <a:pt x="516645" y="58525"/>
                  </a:cubicBezTo>
                  <a:cubicBezTo>
                    <a:pt x="563845" y="87034"/>
                    <a:pt x="619525" y="110801"/>
                    <a:pt x="681338" y="128472"/>
                  </a:cubicBezTo>
                  <a:close/>
                  <a:moveTo>
                    <a:pt x="22161" y="663095"/>
                  </a:moveTo>
                  <a:cubicBezTo>
                    <a:pt x="115365" y="907323"/>
                    <a:pt x="491610" y="1090018"/>
                    <a:pt x="941573" y="1090018"/>
                  </a:cubicBezTo>
                  <a:cubicBezTo>
                    <a:pt x="1391537" y="1090018"/>
                    <a:pt x="1767782" y="907323"/>
                    <a:pt x="1860987" y="663095"/>
                  </a:cubicBezTo>
                  <a:cubicBezTo>
                    <a:pt x="1875498" y="625072"/>
                    <a:pt x="1883148" y="585557"/>
                    <a:pt x="1883148" y="545009"/>
                  </a:cubicBezTo>
                  <a:cubicBezTo>
                    <a:pt x="1883148" y="413289"/>
                    <a:pt x="1802420" y="292484"/>
                    <a:pt x="1668041" y="198264"/>
                  </a:cubicBezTo>
                  <a:cubicBezTo>
                    <a:pt x="1646895" y="235253"/>
                    <a:pt x="1617552" y="270081"/>
                    <a:pt x="1581258" y="302028"/>
                  </a:cubicBezTo>
                  <a:cubicBezTo>
                    <a:pt x="1660509" y="371787"/>
                    <a:pt x="1706617" y="455284"/>
                    <a:pt x="1706617" y="545014"/>
                  </a:cubicBezTo>
                  <a:cubicBezTo>
                    <a:pt x="1706617" y="585908"/>
                    <a:pt x="1697040" y="625507"/>
                    <a:pt x="1679114" y="663100"/>
                  </a:cubicBezTo>
                  <a:cubicBezTo>
                    <a:pt x="1589835" y="850337"/>
                    <a:pt x="1293449" y="987838"/>
                    <a:pt x="941581" y="987838"/>
                  </a:cubicBezTo>
                  <a:cubicBezTo>
                    <a:pt x="589713" y="987838"/>
                    <a:pt x="293327" y="850337"/>
                    <a:pt x="204048" y="663100"/>
                  </a:cubicBezTo>
                  <a:cubicBezTo>
                    <a:pt x="186123" y="625507"/>
                    <a:pt x="176546" y="585908"/>
                    <a:pt x="176546" y="545014"/>
                  </a:cubicBezTo>
                  <a:cubicBezTo>
                    <a:pt x="176546" y="455284"/>
                    <a:pt x="222654" y="371787"/>
                    <a:pt x="301904" y="302028"/>
                  </a:cubicBezTo>
                  <a:cubicBezTo>
                    <a:pt x="265608" y="270079"/>
                    <a:pt x="236264" y="235248"/>
                    <a:pt x="215117" y="198256"/>
                  </a:cubicBezTo>
                  <a:cubicBezTo>
                    <a:pt x="80731" y="292477"/>
                    <a:pt x="0" y="413286"/>
                    <a:pt x="0" y="545009"/>
                  </a:cubicBezTo>
                  <a:cubicBezTo>
                    <a:pt x="0" y="585557"/>
                    <a:pt x="7650" y="625072"/>
                    <a:pt x="22161" y="663095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849594" y="1923357"/>
            <a:ext cx="1530076" cy="1004306"/>
            <a:chOff x="6849594" y="1923357"/>
            <a:chExt cx="1530076" cy="1004306"/>
          </a:xfrm>
        </p:grpSpPr>
        <p:sp>
          <p:nvSpPr>
            <p:cNvPr id="10" name="Rounded Rectangle 9"/>
            <p:cNvSpPr/>
            <p:nvPr/>
          </p:nvSpPr>
          <p:spPr>
            <a:xfrm>
              <a:off x="6849603" y="2005691"/>
              <a:ext cx="1530067" cy="921972"/>
            </a:xfrm>
            <a:custGeom>
              <a:avLst/>
              <a:gdLst/>
              <a:ahLst/>
              <a:cxnLst/>
              <a:rect l="0" t="0" r="0" b="0"/>
              <a:pathLst>
                <a:path w="1530067" h="921972">
                  <a:moveTo>
                    <a:pt x="765028" y="921972"/>
                  </a:moveTo>
                  <a:cubicBezTo>
                    <a:pt x="1187548" y="921972"/>
                    <a:pt x="1530067" y="723719"/>
                    <a:pt x="1530067" y="479155"/>
                  </a:cubicBezTo>
                  <a:lnTo>
                    <a:pt x="1530067" y="242982"/>
                  </a:lnTo>
                  <a:cubicBezTo>
                    <a:pt x="1530067" y="283873"/>
                    <a:pt x="1520494" y="323468"/>
                    <a:pt x="1502568" y="361064"/>
                  </a:cubicBezTo>
                  <a:cubicBezTo>
                    <a:pt x="1413281" y="548306"/>
                    <a:pt x="1116901" y="685800"/>
                    <a:pt x="765028" y="685800"/>
                  </a:cubicBezTo>
                  <a:cubicBezTo>
                    <a:pt x="413165" y="685800"/>
                    <a:pt x="116776" y="548306"/>
                    <a:pt x="27498" y="361064"/>
                  </a:cubicBezTo>
                  <a:cubicBezTo>
                    <a:pt x="9572" y="323468"/>
                    <a:pt x="0" y="283873"/>
                    <a:pt x="0" y="242982"/>
                  </a:cubicBezTo>
                  <a:lnTo>
                    <a:pt x="0" y="479155"/>
                  </a:lnTo>
                  <a:cubicBezTo>
                    <a:pt x="0" y="723719"/>
                    <a:pt x="342519" y="921972"/>
                    <a:pt x="765028" y="921972"/>
                  </a:cubicBezTo>
                  <a:moveTo>
                    <a:pt x="1317193" y="361064"/>
                  </a:moveTo>
                  <a:cubicBezTo>
                    <a:pt x="1340691" y="324278"/>
                    <a:pt x="1353521" y="284502"/>
                    <a:pt x="1353521" y="242982"/>
                  </a:cubicBezTo>
                  <a:cubicBezTo>
                    <a:pt x="1353521" y="147837"/>
                    <a:pt x="1286122" y="61798"/>
                    <a:pt x="1177461" y="0"/>
                  </a:cubicBezTo>
                  <a:cubicBezTo>
                    <a:pt x="1071267" y="60388"/>
                    <a:pt x="925668" y="97640"/>
                    <a:pt x="765028" y="97640"/>
                  </a:cubicBezTo>
                  <a:cubicBezTo>
                    <a:pt x="604399" y="97640"/>
                    <a:pt x="458800" y="60388"/>
                    <a:pt x="352605" y="0"/>
                  </a:cubicBezTo>
                  <a:cubicBezTo>
                    <a:pt x="243935" y="61798"/>
                    <a:pt x="176545" y="147837"/>
                    <a:pt x="176545" y="242982"/>
                  </a:cubicBezTo>
                  <a:cubicBezTo>
                    <a:pt x="176545" y="284502"/>
                    <a:pt x="189376" y="324278"/>
                    <a:pt x="212864" y="361064"/>
                  </a:cubicBezTo>
                  <a:cubicBezTo>
                    <a:pt x="295827" y="231143"/>
                    <a:pt x="511740" y="138522"/>
                    <a:pt x="765028" y="138522"/>
                  </a:cubicBezTo>
                  <a:cubicBezTo>
                    <a:pt x="1018317" y="138522"/>
                    <a:pt x="1234239" y="231143"/>
                    <a:pt x="1317193" y="361064"/>
                  </a:cubicBez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849594" y="1923357"/>
              <a:ext cx="1530067" cy="768134"/>
            </a:xfrm>
            <a:custGeom>
              <a:avLst/>
              <a:gdLst/>
              <a:ahLst/>
              <a:cxnLst/>
              <a:rect l="0" t="0" r="0" b="0"/>
              <a:pathLst>
                <a:path w="1530067" h="768134">
                  <a:moveTo>
                    <a:pt x="1502568" y="443398"/>
                  </a:moveTo>
                  <a:cubicBezTo>
                    <a:pt x="1520494" y="405803"/>
                    <a:pt x="1530067" y="366207"/>
                    <a:pt x="1530067" y="325316"/>
                  </a:cubicBezTo>
                  <a:cubicBezTo>
                    <a:pt x="1530067" y="196700"/>
                    <a:pt x="1435350" y="80905"/>
                    <a:pt x="1284093" y="0"/>
                  </a:cubicBezTo>
                  <a:cubicBezTo>
                    <a:pt x="1255833" y="30518"/>
                    <a:pt x="1219781" y="58264"/>
                    <a:pt x="1177461" y="82324"/>
                  </a:cubicBezTo>
                  <a:cubicBezTo>
                    <a:pt x="1286132" y="144132"/>
                    <a:pt x="1353521" y="230171"/>
                    <a:pt x="1353521" y="325316"/>
                  </a:cubicBezTo>
                  <a:cubicBezTo>
                    <a:pt x="1353521" y="366826"/>
                    <a:pt x="1340691" y="406612"/>
                    <a:pt x="1317202" y="443398"/>
                  </a:cubicBezTo>
                  <a:cubicBezTo>
                    <a:pt x="1234239" y="573319"/>
                    <a:pt x="1018327" y="665949"/>
                    <a:pt x="765038" y="665949"/>
                  </a:cubicBezTo>
                  <a:cubicBezTo>
                    <a:pt x="511749" y="665949"/>
                    <a:pt x="295827" y="573319"/>
                    <a:pt x="212864" y="443398"/>
                  </a:cubicBezTo>
                  <a:cubicBezTo>
                    <a:pt x="189376" y="406612"/>
                    <a:pt x="176545" y="366826"/>
                    <a:pt x="176545" y="325316"/>
                  </a:cubicBezTo>
                  <a:cubicBezTo>
                    <a:pt x="176545" y="230171"/>
                    <a:pt x="243944" y="144132"/>
                    <a:pt x="352605" y="82324"/>
                  </a:cubicBezTo>
                  <a:cubicBezTo>
                    <a:pt x="310295" y="58264"/>
                    <a:pt x="274234" y="30518"/>
                    <a:pt x="245983" y="0"/>
                  </a:cubicBezTo>
                  <a:cubicBezTo>
                    <a:pt x="94716" y="80905"/>
                    <a:pt x="0" y="196700"/>
                    <a:pt x="0" y="325316"/>
                  </a:cubicBezTo>
                  <a:cubicBezTo>
                    <a:pt x="0" y="366207"/>
                    <a:pt x="9572" y="405803"/>
                    <a:pt x="27498" y="443398"/>
                  </a:cubicBezTo>
                  <a:cubicBezTo>
                    <a:pt x="116776" y="630631"/>
                    <a:pt x="413165" y="768134"/>
                    <a:pt x="765038" y="768134"/>
                  </a:cubicBezTo>
                  <a:cubicBezTo>
                    <a:pt x="1116901" y="768134"/>
                    <a:pt x="1413290" y="630631"/>
                    <a:pt x="1502568" y="443398"/>
                  </a:cubicBezTo>
                </a:path>
              </a:pathLst>
            </a:custGeom>
            <a:solidFill>
              <a:srgbClr val="14BAB7">
                <a:alpha val="68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849593" y="1923357"/>
            <a:ext cx="1530076" cy="1004309"/>
            <a:chOff x="6849593" y="1923357"/>
            <a:chExt cx="1530076" cy="1004309"/>
          </a:xfrm>
        </p:grpSpPr>
        <p:sp>
          <p:nvSpPr>
            <p:cNvPr id="13" name="Rounded Rectangle 12"/>
            <p:cNvSpPr/>
            <p:nvPr/>
          </p:nvSpPr>
          <p:spPr>
            <a:xfrm>
              <a:off x="6849599" y="2005687"/>
              <a:ext cx="1530070" cy="921979"/>
            </a:xfrm>
            <a:custGeom>
              <a:avLst/>
              <a:gdLst/>
              <a:ahLst/>
              <a:cxnLst/>
              <a:rect l="0" t="0" r="0" b="0"/>
              <a:pathLst>
                <a:path w="1530070" h="921979">
                  <a:moveTo>
                    <a:pt x="765034" y="921979"/>
                  </a:moveTo>
                  <a:cubicBezTo>
                    <a:pt x="1187552" y="921979"/>
                    <a:pt x="1530070" y="723721"/>
                    <a:pt x="1530070" y="479157"/>
                  </a:cubicBezTo>
                  <a:lnTo>
                    <a:pt x="1530070" y="242984"/>
                  </a:lnTo>
                  <a:cubicBezTo>
                    <a:pt x="1530070" y="283878"/>
                    <a:pt x="1520494" y="323476"/>
                    <a:pt x="1502567" y="361070"/>
                  </a:cubicBezTo>
                  <a:cubicBezTo>
                    <a:pt x="1413289" y="548307"/>
                    <a:pt x="1116903" y="685807"/>
                    <a:pt x="765034" y="685807"/>
                  </a:cubicBezTo>
                  <a:cubicBezTo>
                    <a:pt x="413166" y="685807"/>
                    <a:pt x="116781" y="548307"/>
                    <a:pt x="27501" y="361070"/>
                  </a:cubicBezTo>
                  <a:cubicBezTo>
                    <a:pt x="9576" y="323476"/>
                    <a:pt x="0" y="283878"/>
                    <a:pt x="0" y="242984"/>
                  </a:cubicBezTo>
                  <a:lnTo>
                    <a:pt x="0" y="479157"/>
                  </a:lnTo>
                  <a:cubicBezTo>
                    <a:pt x="0" y="723721"/>
                    <a:pt x="342518" y="921979"/>
                    <a:pt x="765034" y="921979"/>
                  </a:cubicBezTo>
                  <a:close/>
                  <a:moveTo>
                    <a:pt x="1317200" y="361072"/>
                  </a:moveTo>
                  <a:cubicBezTo>
                    <a:pt x="1340692" y="324282"/>
                    <a:pt x="1353524" y="284501"/>
                    <a:pt x="1353524" y="242986"/>
                  </a:cubicBezTo>
                  <a:cubicBezTo>
                    <a:pt x="1353524" y="147838"/>
                    <a:pt x="1286128" y="61802"/>
                    <a:pt x="1177461" y="0"/>
                  </a:cubicBezTo>
                  <a:cubicBezTo>
                    <a:pt x="1071271" y="60394"/>
                    <a:pt x="925669" y="97647"/>
                    <a:pt x="765034" y="97647"/>
                  </a:cubicBezTo>
                  <a:cubicBezTo>
                    <a:pt x="604401" y="97647"/>
                    <a:pt x="458799" y="60394"/>
                    <a:pt x="352608" y="0"/>
                  </a:cubicBezTo>
                  <a:cubicBezTo>
                    <a:pt x="243942" y="61802"/>
                    <a:pt x="176546" y="147838"/>
                    <a:pt x="176546" y="242986"/>
                  </a:cubicBezTo>
                  <a:cubicBezTo>
                    <a:pt x="176546" y="284501"/>
                    <a:pt x="189377" y="324282"/>
                    <a:pt x="212869" y="361072"/>
                  </a:cubicBezTo>
                  <a:cubicBezTo>
                    <a:pt x="295830" y="231148"/>
                    <a:pt x="511745" y="138525"/>
                    <a:pt x="765034" y="138525"/>
                  </a:cubicBezTo>
                  <a:cubicBezTo>
                    <a:pt x="1018325" y="138525"/>
                    <a:pt x="1234240" y="231148"/>
                    <a:pt x="1317200" y="361072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49593" y="1923357"/>
              <a:ext cx="1530070" cy="768136"/>
            </a:xfrm>
            <a:custGeom>
              <a:avLst/>
              <a:gdLst/>
              <a:ahLst/>
              <a:cxnLst/>
              <a:rect l="0" t="0" r="0" b="0"/>
              <a:pathLst>
                <a:path w="1530070" h="768136">
                  <a:moveTo>
                    <a:pt x="1502568" y="443399"/>
                  </a:moveTo>
                  <a:cubicBezTo>
                    <a:pt x="1520494" y="405805"/>
                    <a:pt x="1530070" y="366206"/>
                    <a:pt x="1530070" y="325313"/>
                  </a:cubicBezTo>
                  <a:cubicBezTo>
                    <a:pt x="1530070" y="196704"/>
                    <a:pt x="1435351" y="80900"/>
                    <a:pt x="1284089" y="0"/>
                  </a:cubicBezTo>
                  <a:cubicBezTo>
                    <a:pt x="1255832" y="30522"/>
                    <a:pt x="1219776" y="58262"/>
                    <a:pt x="1177461" y="82329"/>
                  </a:cubicBezTo>
                  <a:cubicBezTo>
                    <a:pt x="1286128" y="144131"/>
                    <a:pt x="1353523" y="230167"/>
                    <a:pt x="1353523" y="325314"/>
                  </a:cubicBezTo>
                  <a:cubicBezTo>
                    <a:pt x="1353523" y="366830"/>
                    <a:pt x="1340692" y="406610"/>
                    <a:pt x="1317200" y="443400"/>
                  </a:cubicBezTo>
                  <a:cubicBezTo>
                    <a:pt x="1234240" y="573324"/>
                    <a:pt x="1018325" y="665947"/>
                    <a:pt x="765034" y="665947"/>
                  </a:cubicBezTo>
                  <a:cubicBezTo>
                    <a:pt x="511745" y="665947"/>
                    <a:pt x="295830" y="573324"/>
                    <a:pt x="212869" y="443400"/>
                  </a:cubicBezTo>
                  <a:cubicBezTo>
                    <a:pt x="189377" y="406610"/>
                    <a:pt x="176546" y="366830"/>
                    <a:pt x="176546" y="325314"/>
                  </a:cubicBezTo>
                  <a:cubicBezTo>
                    <a:pt x="176546" y="230167"/>
                    <a:pt x="243942" y="144131"/>
                    <a:pt x="352608" y="82329"/>
                  </a:cubicBezTo>
                  <a:cubicBezTo>
                    <a:pt x="310294" y="58262"/>
                    <a:pt x="274237" y="30522"/>
                    <a:pt x="245981" y="0"/>
                  </a:cubicBezTo>
                  <a:cubicBezTo>
                    <a:pt x="94718" y="80900"/>
                    <a:pt x="0" y="196704"/>
                    <a:pt x="0" y="325313"/>
                  </a:cubicBezTo>
                  <a:cubicBezTo>
                    <a:pt x="0" y="366206"/>
                    <a:pt x="9576" y="405805"/>
                    <a:pt x="27501" y="443399"/>
                  </a:cubicBezTo>
                  <a:cubicBezTo>
                    <a:pt x="116781" y="630635"/>
                    <a:pt x="413166" y="768136"/>
                    <a:pt x="765034" y="768136"/>
                  </a:cubicBezTo>
                  <a:cubicBezTo>
                    <a:pt x="1116903" y="768136"/>
                    <a:pt x="1413289" y="630635"/>
                    <a:pt x="1502568" y="443399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026119" y="1222609"/>
            <a:ext cx="1176975" cy="880718"/>
            <a:chOff x="7026119" y="1222609"/>
            <a:chExt cx="1176975" cy="880718"/>
          </a:xfrm>
        </p:grpSpPr>
        <p:sp>
          <p:nvSpPr>
            <p:cNvPr id="16" name="Rounded Rectangle 15"/>
            <p:cNvSpPr/>
            <p:nvPr/>
          </p:nvSpPr>
          <p:spPr>
            <a:xfrm>
              <a:off x="7026119" y="1288083"/>
              <a:ext cx="1176975" cy="815244"/>
            </a:xfrm>
            <a:custGeom>
              <a:avLst/>
              <a:gdLst/>
              <a:ahLst/>
              <a:cxnLst/>
              <a:rect l="0" t="0" r="0" b="0"/>
              <a:pathLst>
                <a:path w="1176975" h="815244">
                  <a:moveTo>
                    <a:pt x="588492" y="815244"/>
                  </a:moveTo>
                  <a:cubicBezTo>
                    <a:pt x="913504" y="815244"/>
                    <a:pt x="1176975" y="662739"/>
                    <a:pt x="1176975" y="474611"/>
                  </a:cubicBezTo>
                  <a:lnTo>
                    <a:pt x="1176975" y="238439"/>
                  </a:lnTo>
                  <a:cubicBezTo>
                    <a:pt x="1176975" y="279958"/>
                    <a:pt x="1164145" y="319735"/>
                    <a:pt x="1140656" y="356530"/>
                  </a:cubicBezTo>
                  <a:cubicBezTo>
                    <a:pt x="1057694" y="486451"/>
                    <a:pt x="841781" y="579072"/>
                    <a:pt x="588492" y="579072"/>
                  </a:cubicBezTo>
                  <a:cubicBezTo>
                    <a:pt x="335194" y="579072"/>
                    <a:pt x="119281" y="486451"/>
                    <a:pt x="36318" y="356530"/>
                  </a:cubicBezTo>
                  <a:cubicBezTo>
                    <a:pt x="12830" y="319735"/>
                    <a:pt x="0" y="279958"/>
                    <a:pt x="0" y="238439"/>
                  </a:cubicBezTo>
                  <a:lnTo>
                    <a:pt x="0" y="474611"/>
                  </a:lnTo>
                  <a:cubicBezTo>
                    <a:pt x="0" y="662739"/>
                    <a:pt x="263471" y="815244"/>
                    <a:pt x="588492" y="815244"/>
                  </a:cubicBezTo>
                  <a:moveTo>
                    <a:pt x="588492" y="0"/>
                  </a:moveTo>
                  <a:cubicBezTo>
                    <a:pt x="360978" y="0"/>
                    <a:pt x="176545" y="106756"/>
                    <a:pt x="176545" y="238439"/>
                  </a:cubicBezTo>
                  <a:cubicBezTo>
                    <a:pt x="176545" y="281406"/>
                    <a:pt x="196176" y="321716"/>
                    <a:pt x="230533" y="356530"/>
                  </a:cubicBezTo>
                  <a:cubicBezTo>
                    <a:pt x="301475" y="284635"/>
                    <a:pt x="435206" y="236172"/>
                    <a:pt x="588492" y="236172"/>
                  </a:cubicBezTo>
                  <a:cubicBezTo>
                    <a:pt x="741768" y="236172"/>
                    <a:pt x="875499" y="284635"/>
                    <a:pt x="946451" y="356530"/>
                  </a:cubicBezTo>
                  <a:cubicBezTo>
                    <a:pt x="980798" y="321716"/>
                    <a:pt x="1000429" y="281406"/>
                    <a:pt x="1000429" y="238439"/>
                  </a:cubicBezTo>
                  <a:cubicBezTo>
                    <a:pt x="1000429" y="106756"/>
                    <a:pt x="815997" y="0"/>
                    <a:pt x="588492" y="0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026119" y="1222609"/>
              <a:ext cx="1176975" cy="644547"/>
            </a:xfrm>
            <a:custGeom>
              <a:avLst/>
              <a:gdLst/>
              <a:ahLst/>
              <a:cxnLst/>
              <a:rect l="0" t="0" r="0" b="0"/>
              <a:pathLst>
                <a:path w="1176975" h="644547">
                  <a:moveTo>
                    <a:pt x="1140656" y="422005"/>
                  </a:moveTo>
                  <a:cubicBezTo>
                    <a:pt x="1164145" y="385210"/>
                    <a:pt x="1176975" y="345433"/>
                    <a:pt x="1176975" y="303914"/>
                  </a:cubicBezTo>
                  <a:cubicBezTo>
                    <a:pt x="1176975" y="171211"/>
                    <a:pt x="1045864" y="56226"/>
                    <a:pt x="854535" y="0"/>
                  </a:cubicBezTo>
                  <a:cubicBezTo>
                    <a:pt x="782764" y="35175"/>
                    <a:pt x="689905" y="56387"/>
                    <a:pt x="588492" y="56387"/>
                  </a:cubicBezTo>
                  <a:cubicBezTo>
                    <a:pt x="487070" y="56387"/>
                    <a:pt x="394220" y="35175"/>
                    <a:pt x="322440" y="0"/>
                  </a:cubicBezTo>
                  <a:cubicBezTo>
                    <a:pt x="131111" y="56226"/>
                    <a:pt x="0" y="171211"/>
                    <a:pt x="0" y="303914"/>
                  </a:cubicBezTo>
                  <a:cubicBezTo>
                    <a:pt x="0" y="345433"/>
                    <a:pt x="12830" y="385210"/>
                    <a:pt x="36318" y="422005"/>
                  </a:cubicBezTo>
                  <a:cubicBezTo>
                    <a:pt x="119281" y="551926"/>
                    <a:pt x="335194" y="644547"/>
                    <a:pt x="588492" y="644547"/>
                  </a:cubicBezTo>
                  <a:cubicBezTo>
                    <a:pt x="841781" y="644547"/>
                    <a:pt x="1057694" y="551926"/>
                    <a:pt x="1140656" y="422005"/>
                  </a:cubicBezTo>
                  <a:moveTo>
                    <a:pt x="176545" y="303923"/>
                  </a:moveTo>
                  <a:cubicBezTo>
                    <a:pt x="176545" y="172231"/>
                    <a:pt x="360978" y="65474"/>
                    <a:pt x="588492" y="65474"/>
                  </a:cubicBezTo>
                  <a:cubicBezTo>
                    <a:pt x="815997" y="65474"/>
                    <a:pt x="1000429" y="172231"/>
                    <a:pt x="1000429" y="303923"/>
                  </a:cubicBezTo>
                  <a:cubicBezTo>
                    <a:pt x="1000429" y="346881"/>
                    <a:pt x="980798" y="387191"/>
                    <a:pt x="946451" y="422005"/>
                  </a:cubicBezTo>
                  <a:cubicBezTo>
                    <a:pt x="875499" y="493899"/>
                    <a:pt x="741768" y="542363"/>
                    <a:pt x="588492" y="542363"/>
                  </a:cubicBezTo>
                  <a:cubicBezTo>
                    <a:pt x="435206" y="542363"/>
                    <a:pt x="301475" y="493899"/>
                    <a:pt x="230533" y="422005"/>
                  </a:cubicBezTo>
                  <a:cubicBezTo>
                    <a:pt x="196176" y="387191"/>
                    <a:pt x="176545" y="346881"/>
                    <a:pt x="176545" y="303923"/>
                  </a:cubicBezTo>
                </a:path>
              </a:pathLst>
            </a:custGeom>
            <a:solidFill>
              <a:srgbClr val="14BAB7">
                <a:alpha val="52000"/>
              </a:srgb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026119" y="1222609"/>
            <a:ext cx="1176977" cy="880720"/>
            <a:chOff x="7026119" y="1222609"/>
            <a:chExt cx="1176977" cy="880720"/>
          </a:xfrm>
        </p:grpSpPr>
        <p:sp>
          <p:nvSpPr>
            <p:cNvPr id="19" name="Rounded Rectangle 18"/>
            <p:cNvSpPr/>
            <p:nvPr/>
          </p:nvSpPr>
          <p:spPr>
            <a:xfrm>
              <a:off x="7026119" y="1288082"/>
              <a:ext cx="1176977" cy="815247"/>
            </a:xfrm>
            <a:custGeom>
              <a:avLst/>
              <a:gdLst/>
              <a:ahLst/>
              <a:cxnLst/>
              <a:rect l="0" t="0" r="0" b="0"/>
              <a:pathLst>
                <a:path w="1176977" h="815247">
                  <a:moveTo>
                    <a:pt x="588488" y="815247"/>
                  </a:moveTo>
                  <a:cubicBezTo>
                    <a:pt x="913501" y="815247"/>
                    <a:pt x="1176977" y="662740"/>
                    <a:pt x="1176977" y="474614"/>
                  </a:cubicBezTo>
                  <a:lnTo>
                    <a:pt x="1176977" y="238442"/>
                  </a:lnTo>
                  <a:cubicBezTo>
                    <a:pt x="1176977" y="279957"/>
                    <a:pt x="1164146" y="319738"/>
                    <a:pt x="1140654" y="356528"/>
                  </a:cubicBezTo>
                  <a:cubicBezTo>
                    <a:pt x="1057693" y="486451"/>
                    <a:pt x="841778" y="579075"/>
                    <a:pt x="588488" y="579075"/>
                  </a:cubicBezTo>
                  <a:cubicBezTo>
                    <a:pt x="335198" y="579075"/>
                    <a:pt x="119283" y="486451"/>
                    <a:pt x="36322" y="356528"/>
                  </a:cubicBezTo>
                  <a:cubicBezTo>
                    <a:pt x="12831" y="319738"/>
                    <a:pt x="0" y="279957"/>
                    <a:pt x="0" y="238442"/>
                  </a:cubicBezTo>
                  <a:lnTo>
                    <a:pt x="0" y="474614"/>
                  </a:lnTo>
                  <a:cubicBezTo>
                    <a:pt x="0" y="662740"/>
                    <a:pt x="263475" y="815247"/>
                    <a:pt x="588488" y="815247"/>
                  </a:cubicBezTo>
                  <a:close/>
                  <a:moveTo>
                    <a:pt x="588488" y="0"/>
                  </a:moveTo>
                  <a:cubicBezTo>
                    <a:pt x="360979" y="0"/>
                    <a:pt x="176546" y="106754"/>
                    <a:pt x="176546" y="238443"/>
                  </a:cubicBezTo>
                  <a:cubicBezTo>
                    <a:pt x="176546" y="281406"/>
                    <a:pt x="196176" y="321715"/>
                    <a:pt x="230529" y="356529"/>
                  </a:cubicBezTo>
                  <a:cubicBezTo>
                    <a:pt x="301473" y="284633"/>
                    <a:pt x="435203" y="236172"/>
                    <a:pt x="588488" y="236172"/>
                  </a:cubicBezTo>
                  <a:cubicBezTo>
                    <a:pt x="741773" y="236172"/>
                    <a:pt x="875504" y="284633"/>
                    <a:pt x="946447" y="356529"/>
                  </a:cubicBezTo>
                  <a:cubicBezTo>
                    <a:pt x="980800" y="321715"/>
                    <a:pt x="1000430" y="281406"/>
                    <a:pt x="1000430" y="238443"/>
                  </a:cubicBezTo>
                  <a:cubicBezTo>
                    <a:pt x="1000430" y="106754"/>
                    <a:pt x="815998" y="0"/>
                    <a:pt x="588488" y="0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026119" y="1222609"/>
              <a:ext cx="1176977" cy="644551"/>
            </a:xfrm>
            <a:custGeom>
              <a:avLst/>
              <a:gdLst/>
              <a:ahLst/>
              <a:cxnLst/>
              <a:rect l="0" t="0" r="0" b="0"/>
              <a:pathLst>
                <a:path w="1176977" h="644551">
                  <a:moveTo>
                    <a:pt x="1140654" y="422004"/>
                  </a:moveTo>
                  <a:cubicBezTo>
                    <a:pt x="1164146" y="385214"/>
                    <a:pt x="1176977" y="345433"/>
                    <a:pt x="1176977" y="303918"/>
                  </a:cubicBezTo>
                  <a:cubicBezTo>
                    <a:pt x="1176977" y="171210"/>
                    <a:pt x="1045868" y="56227"/>
                    <a:pt x="854536" y="0"/>
                  </a:cubicBezTo>
                  <a:cubicBezTo>
                    <a:pt x="782760" y="35178"/>
                    <a:pt x="689904" y="56391"/>
                    <a:pt x="588488" y="56391"/>
                  </a:cubicBezTo>
                  <a:cubicBezTo>
                    <a:pt x="487072" y="56391"/>
                    <a:pt x="394216" y="35178"/>
                    <a:pt x="322441" y="0"/>
                  </a:cubicBezTo>
                  <a:cubicBezTo>
                    <a:pt x="131108" y="56227"/>
                    <a:pt x="0" y="171210"/>
                    <a:pt x="0" y="303918"/>
                  </a:cubicBezTo>
                  <a:cubicBezTo>
                    <a:pt x="0" y="345433"/>
                    <a:pt x="12831" y="385214"/>
                    <a:pt x="36322" y="422004"/>
                  </a:cubicBezTo>
                  <a:cubicBezTo>
                    <a:pt x="119283" y="551927"/>
                    <a:pt x="335198" y="644551"/>
                    <a:pt x="588488" y="644551"/>
                  </a:cubicBezTo>
                  <a:cubicBezTo>
                    <a:pt x="841778" y="644551"/>
                    <a:pt x="1057693" y="551927"/>
                    <a:pt x="1140654" y="422004"/>
                  </a:cubicBezTo>
                  <a:close/>
                  <a:moveTo>
                    <a:pt x="176546" y="303919"/>
                  </a:moveTo>
                  <a:cubicBezTo>
                    <a:pt x="176546" y="172231"/>
                    <a:pt x="360979" y="65476"/>
                    <a:pt x="588488" y="65476"/>
                  </a:cubicBezTo>
                  <a:cubicBezTo>
                    <a:pt x="815998" y="65476"/>
                    <a:pt x="1000430" y="172231"/>
                    <a:pt x="1000430" y="303919"/>
                  </a:cubicBezTo>
                  <a:cubicBezTo>
                    <a:pt x="1000430" y="346882"/>
                    <a:pt x="980800" y="387191"/>
                    <a:pt x="946447" y="422005"/>
                  </a:cubicBezTo>
                  <a:cubicBezTo>
                    <a:pt x="875504" y="493902"/>
                    <a:pt x="741773" y="542363"/>
                    <a:pt x="588488" y="542363"/>
                  </a:cubicBezTo>
                  <a:cubicBezTo>
                    <a:pt x="435203" y="542363"/>
                    <a:pt x="301473" y="493902"/>
                    <a:pt x="230529" y="422005"/>
                  </a:cubicBezTo>
                  <a:cubicBezTo>
                    <a:pt x="196176" y="387191"/>
                    <a:pt x="176546" y="346882"/>
                    <a:pt x="176546" y="303919"/>
                  </a:cubicBezTo>
                  <a:close/>
                </a:path>
              </a:pathLst>
            </a:custGeom>
            <a:noFill/>
            <a:ln w="1044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7198687" y="567102"/>
            <a:ext cx="823883" cy="713060"/>
          </a:xfrm>
          <a:custGeom>
            <a:avLst/>
            <a:gdLst/>
            <a:ahLst/>
            <a:cxnLst/>
            <a:rect l="0" t="0" r="0" b="0"/>
            <a:pathLst>
              <a:path w="823883" h="713060">
                <a:moveTo>
                  <a:pt x="411946" y="713060"/>
                </a:moveTo>
                <a:cubicBezTo>
                  <a:pt x="639451" y="713060"/>
                  <a:pt x="823883" y="606304"/>
                  <a:pt x="823883" y="474611"/>
                </a:cubicBezTo>
                <a:lnTo>
                  <a:pt x="823883" y="238439"/>
                </a:lnTo>
                <a:cubicBezTo>
                  <a:pt x="823883" y="106756"/>
                  <a:pt x="639451" y="0"/>
                  <a:pt x="411946" y="0"/>
                </a:cubicBezTo>
                <a:cubicBezTo>
                  <a:pt x="184432" y="0"/>
                  <a:pt x="0" y="106756"/>
                  <a:pt x="0" y="238439"/>
                </a:cubicBezTo>
                <a:lnTo>
                  <a:pt x="0" y="474611"/>
                </a:lnTo>
                <a:cubicBezTo>
                  <a:pt x="0" y="606304"/>
                  <a:pt x="184432" y="713060"/>
                  <a:pt x="411946" y="713060"/>
                </a:cubicBezTo>
                <a:moveTo>
                  <a:pt x="294427" y="356530"/>
                </a:moveTo>
                <a:cubicBezTo>
                  <a:pt x="329012" y="344976"/>
                  <a:pt x="369141" y="338366"/>
                  <a:pt x="411946" y="338366"/>
                </a:cubicBezTo>
                <a:cubicBezTo>
                  <a:pt x="454742" y="338366"/>
                  <a:pt x="494871" y="344976"/>
                  <a:pt x="529456" y="356530"/>
                </a:cubicBezTo>
                <a:cubicBezTo>
                  <a:pt x="494871" y="368084"/>
                  <a:pt x="454742" y="374694"/>
                  <a:pt x="411946" y="374694"/>
                </a:cubicBezTo>
                <a:cubicBezTo>
                  <a:pt x="369141" y="374694"/>
                  <a:pt x="329012" y="368084"/>
                  <a:pt x="294427" y="356530"/>
                </a:cubicBezTo>
              </a:path>
            </a:pathLst>
          </a:custGeom>
          <a:solidFill>
            <a:srgbClr val="14BAB7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98687" y="567102"/>
            <a:ext cx="823883" cy="713058"/>
          </a:xfrm>
          <a:custGeom>
            <a:avLst/>
            <a:gdLst/>
            <a:ahLst/>
            <a:cxnLst/>
            <a:rect l="0" t="0" r="0" b="0"/>
            <a:pathLst>
              <a:path w="823883" h="713058">
                <a:moveTo>
                  <a:pt x="411942" y="713058"/>
                </a:moveTo>
                <a:cubicBezTo>
                  <a:pt x="639451" y="713058"/>
                  <a:pt x="823883" y="606304"/>
                  <a:pt x="823883" y="474616"/>
                </a:cubicBezTo>
                <a:lnTo>
                  <a:pt x="823883" y="238443"/>
                </a:lnTo>
                <a:cubicBezTo>
                  <a:pt x="823883" y="281406"/>
                  <a:pt x="804253" y="321715"/>
                  <a:pt x="769901" y="356529"/>
                </a:cubicBezTo>
                <a:cubicBezTo>
                  <a:pt x="698957" y="428426"/>
                  <a:pt x="565226" y="476886"/>
                  <a:pt x="411942" y="476886"/>
                </a:cubicBezTo>
                <a:cubicBezTo>
                  <a:pt x="258657" y="476886"/>
                  <a:pt x="124926" y="428426"/>
                  <a:pt x="53982" y="356529"/>
                </a:cubicBezTo>
                <a:cubicBezTo>
                  <a:pt x="19630" y="321715"/>
                  <a:pt x="0" y="281406"/>
                  <a:pt x="0" y="238443"/>
                </a:cubicBezTo>
                <a:lnTo>
                  <a:pt x="0" y="474616"/>
                </a:lnTo>
                <a:cubicBezTo>
                  <a:pt x="0" y="606304"/>
                  <a:pt x="184433" y="713058"/>
                  <a:pt x="411942" y="713058"/>
                </a:cubicBezTo>
                <a:close/>
                <a:moveTo>
                  <a:pt x="769901" y="356529"/>
                </a:moveTo>
                <a:cubicBezTo>
                  <a:pt x="804253" y="321715"/>
                  <a:pt x="823883" y="281406"/>
                  <a:pt x="823883" y="238443"/>
                </a:cubicBezTo>
                <a:cubicBezTo>
                  <a:pt x="823883" y="106755"/>
                  <a:pt x="639451" y="0"/>
                  <a:pt x="411942" y="0"/>
                </a:cubicBezTo>
                <a:cubicBezTo>
                  <a:pt x="184433" y="0"/>
                  <a:pt x="0" y="106755"/>
                  <a:pt x="0" y="238443"/>
                </a:cubicBezTo>
                <a:cubicBezTo>
                  <a:pt x="0" y="281406"/>
                  <a:pt x="19630" y="321715"/>
                  <a:pt x="53982" y="356529"/>
                </a:cubicBezTo>
                <a:cubicBezTo>
                  <a:pt x="124926" y="428426"/>
                  <a:pt x="258657" y="476886"/>
                  <a:pt x="411942" y="476886"/>
                </a:cubicBezTo>
                <a:cubicBezTo>
                  <a:pt x="565226" y="476886"/>
                  <a:pt x="698957" y="428426"/>
                  <a:pt x="769901" y="356529"/>
                </a:cubicBezTo>
                <a:close/>
                <a:moveTo>
                  <a:pt x="411942" y="374698"/>
                </a:moveTo>
                <a:cubicBezTo>
                  <a:pt x="369141" y="374698"/>
                  <a:pt x="329009" y="368086"/>
                  <a:pt x="294426" y="356531"/>
                </a:cubicBezTo>
                <a:cubicBezTo>
                  <a:pt x="329009" y="344975"/>
                  <a:pt x="369141" y="338364"/>
                  <a:pt x="411942" y="338364"/>
                </a:cubicBezTo>
                <a:cubicBezTo>
                  <a:pt x="454742" y="338364"/>
                  <a:pt x="494874" y="344975"/>
                  <a:pt x="529457" y="356531"/>
                </a:cubicBezTo>
                <a:cubicBezTo>
                  <a:pt x="494874" y="368086"/>
                  <a:pt x="454742" y="374698"/>
                  <a:pt x="411942" y="374698"/>
                </a:cubicBezTo>
                <a:close/>
                <a:moveTo>
                  <a:pt x="529457" y="356531"/>
                </a:moveTo>
                <a:cubicBezTo>
                  <a:pt x="599917" y="332987"/>
                  <a:pt x="647337" y="288921"/>
                  <a:pt x="647337" y="238445"/>
                </a:cubicBezTo>
                <a:cubicBezTo>
                  <a:pt x="647337" y="163194"/>
                  <a:pt x="541947" y="102191"/>
                  <a:pt x="411942" y="102191"/>
                </a:cubicBezTo>
                <a:cubicBezTo>
                  <a:pt x="281936" y="102191"/>
                  <a:pt x="176546" y="163194"/>
                  <a:pt x="176546" y="238445"/>
                </a:cubicBezTo>
                <a:cubicBezTo>
                  <a:pt x="176546" y="288921"/>
                  <a:pt x="223966" y="332987"/>
                  <a:pt x="294426" y="356531"/>
                </a:cubicBezTo>
              </a:path>
            </a:pathLst>
          </a:custGeom>
          <a:noFill/>
          <a:ln w="104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0388" y="817684"/>
            <a:ext cx="1858029" cy="139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196661"/>
                </a:solidFill>
                <a:latin typeface="Funnel Display"/>
              </a:rPr>
              <a:t>RBAC, TLS encryption, audit logs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419100" y="400050"/>
            <a:ext cx="2654855" cy="1828800"/>
            <a:chOff x="419100" y="400050"/>
            <a:chExt cx="2654855" cy="1828800"/>
          </a:xfrm>
        </p:grpSpPr>
        <p:sp>
          <p:nvSpPr>
            <p:cNvPr id="25" name="TextBox 24"/>
            <p:cNvSpPr txBox="1"/>
            <p:nvPr/>
          </p:nvSpPr>
          <p:spPr>
            <a:xfrm>
              <a:off x="419100" y="400050"/>
              <a:ext cx="30530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Technology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9100" y="857250"/>
              <a:ext cx="30530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Stack for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9100" y="1314450"/>
              <a:ext cx="30530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COS &amp; Title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9100" y="1771650"/>
              <a:ext cx="30530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Search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6043248" y="1325236"/>
            <a:ext cx="236634" cy="320694"/>
          </a:xfrm>
          <a:custGeom>
            <a:avLst/>
            <a:gdLst/>
            <a:ahLst/>
            <a:cxnLst/>
            <a:rect l="0" t="0" r="0" b="0"/>
            <a:pathLst>
              <a:path w="236634" h="320694">
                <a:moveTo>
                  <a:pt x="236634" y="90002"/>
                </a:moveTo>
                <a:cubicBezTo>
                  <a:pt x="236401" y="76271"/>
                  <a:pt x="230591" y="63226"/>
                  <a:pt x="220540" y="53868"/>
                </a:cubicBezTo>
                <a:cubicBezTo>
                  <a:pt x="210489" y="44511"/>
                  <a:pt x="197062" y="39645"/>
                  <a:pt x="183350" y="40393"/>
                </a:cubicBezTo>
                <a:cubicBezTo>
                  <a:pt x="171038" y="15801"/>
                  <a:pt x="145818" y="347"/>
                  <a:pt x="118317" y="540"/>
                </a:cubicBezTo>
                <a:cubicBezTo>
                  <a:pt x="80876" y="0"/>
                  <a:pt x="49452" y="28633"/>
                  <a:pt x="46519" y="65963"/>
                </a:cubicBezTo>
                <a:cubicBezTo>
                  <a:pt x="35345" y="63491"/>
                  <a:pt x="23652" y="66150"/>
                  <a:pt x="14646" y="73211"/>
                </a:cubicBezTo>
                <a:cubicBezTo>
                  <a:pt x="5640" y="80271"/>
                  <a:pt x="266" y="90992"/>
                  <a:pt x="0" y="102433"/>
                </a:cubicBezTo>
                <a:cubicBezTo>
                  <a:pt x="0" y="140322"/>
                  <a:pt x="41146" y="139737"/>
                  <a:pt x="41146" y="139737"/>
                </a:cubicBezTo>
                <a:lnTo>
                  <a:pt x="190338" y="139737"/>
                </a:lnTo>
                <a:cubicBezTo>
                  <a:pt x="190338" y="139737"/>
                  <a:pt x="236634" y="133877"/>
                  <a:pt x="236634" y="90002"/>
                </a:cubicBezTo>
                <a:close/>
                <a:moveTo>
                  <a:pt x="45239" y="282400"/>
                </a:moveTo>
                <a:cubicBezTo>
                  <a:pt x="43318" y="282400"/>
                  <a:pt x="41761" y="283956"/>
                  <a:pt x="41759" y="285876"/>
                </a:cubicBezTo>
                <a:cubicBezTo>
                  <a:pt x="41756" y="287796"/>
                  <a:pt x="43309" y="289355"/>
                  <a:pt x="45229" y="289360"/>
                </a:cubicBezTo>
                <a:cubicBezTo>
                  <a:pt x="47149" y="289365"/>
                  <a:pt x="48711" y="287814"/>
                  <a:pt x="48718" y="285894"/>
                </a:cubicBezTo>
                <a:cubicBezTo>
                  <a:pt x="48722" y="284970"/>
                  <a:pt x="48357" y="284083"/>
                  <a:pt x="47703" y="283430"/>
                </a:cubicBezTo>
                <a:cubicBezTo>
                  <a:pt x="47050" y="282776"/>
                  <a:pt x="46163" y="282411"/>
                  <a:pt x="45239" y="282414"/>
                </a:cubicBezTo>
                <a:lnTo>
                  <a:pt x="45239" y="282414"/>
                </a:lnTo>
                <a:moveTo>
                  <a:pt x="80038" y="282400"/>
                </a:moveTo>
                <a:cubicBezTo>
                  <a:pt x="78118" y="282400"/>
                  <a:pt x="76560" y="283956"/>
                  <a:pt x="76558" y="285876"/>
                </a:cubicBezTo>
                <a:cubicBezTo>
                  <a:pt x="76555" y="287796"/>
                  <a:pt x="78108" y="289355"/>
                  <a:pt x="80029" y="289360"/>
                </a:cubicBezTo>
                <a:cubicBezTo>
                  <a:pt x="81949" y="289365"/>
                  <a:pt x="83510" y="287814"/>
                  <a:pt x="83518" y="285894"/>
                </a:cubicBezTo>
                <a:cubicBezTo>
                  <a:pt x="83521" y="284970"/>
                  <a:pt x="83156" y="284083"/>
                  <a:pt x="82503" y="283430"/>
                </a:cubicBezTo>
                <a:cubicBezTo>
                  <a:pt x="81849" y="282776"/>
                  <a:pt x="80962" y="282411"/>
                  <a:pt x="80038" y="282414"/>
                </a:cubicBezTo>
                <a:lnTo>
                  <a:pt x="80038" y="282414"/>
                </a:lnTo>
                <a:moveTo>
                  <a:pt x="236634" y="299814"/>
                </a:moveTo>
                <a:cubicBezTo>
                  <a:pt x="236634" y="311346"/>
                  <a:pt x="227286" y="320694"/>
                  <a:pt x="215755" y="320694"/>
                </a:cubicBezTo>
                <a:lnTo>
                  <a:pt x="20879" y="320694"/>
                </a:lnTo>
                <a:cubicBezTo>
                  <a:pt x="9348" y="320694"/>
                  <a:pt x="0" y="311346"/>
                  <a:pt x="0" y="299814"/>
                </a:cubicBezTo>
                <a:lnTo>
                  <a:pt x="0" y="271975"/>
                </a:lnTo>
                <a:cubicBezTo>
                  <a:pt x="0" y="260443"/>
                  <a:pt x="9348" y="251095"/>
                  <a:pt x="20879" y="251095"/>
                </a:cubicBezTo>
                <a:lnTo>
                  <a:pt x="215755" y="251095"/>
                </a:lnTo>
                <a:cubicBezTo>
                  <a:pt x="227286" y="251095"/>
                  <a:pt x="236634" y="260443"/>
                  <a:pt x="236634" y="271975"/>
                </a:cubicBezTo>
                <a:close/>
                <a:moveTo>
                  <a:pt x="45239" y="212802"/>
                </a:moveTo>
                <a:cubicBezTo>
                  <a:pt x="43318" y="212802"/>
                  <a:pt x="41761" y="214357"/>
                  <a:pt x="41759" y="216277"/>
                </a:cubicBezTo>
                <a:cubicBezTo>
                  <a:pt x="41756" y="218197"/>
                  <a:pt x="43309" y="219757"/>
                  <a:pt x="45229" y="219762"/>
                </a:cubicBezTo>
                <a:cubicBezTo>
                  <a:pt x="47149" y="219767"/>
                  <a:pt x="48711" y="218216"/>
                  <a:pt x="48718" y="216296"/>
                </a:cubicBezTo>
                <a:cubicBezTo>
                  <a:pt x="48722" y="215372"/>
                  <a:pt x="48357" y="214484"/>
                  <a:pt x="47703" y="213831"/>
                </a:cubicBezTo>
                <a:cubicBezTo>
                  <a:pt x="47050" y="213178"/>
                  <a:pt x="46163" y="212812"/>
                  <a:pt x="45239" y="212816"/>
                </a:cubicBezTo>
                <a:lnTo>
                  <a:pt x="45239" y="212816"/>
                </a:lnTo>
                <a:moveTo>
                  <a:pt x="80038" y="212802"/>
                </a:moveTo>
                <a:cubicBezTo>
                  <a:pt x="78118" y="212802"/>
                  <a:pt x="76560" y="214357"/>
                  <a:pt x="76558" y="216277"/>
                </a:cubicBezTo>
                <a:cubicBezTo>
                  <a:pt x="76555" y="218197"/>
                  <a:pt x="78108" y="219757"/>
                  <a:pt x="80029" y="219762"/>
                </a:cubicBezTo>
                <a:cubicBezTo>
                  <a:pt x="81949" y="219767"/>
                  <a:pt x="83510" y="218216"/>
                  <a:pt x="83518" y="216296"/>
                </a:cubicBezTo>
                <a:cubicBezTo>
                  <a:pt x="83521" y="215372"/>
                  <a:pt x="83156" y="214484"/>
                  <a:pt x="82503" y="213831"/>
                </a:cubicBezTo>
                <a:cubicBezTo>
                  <a:pt x="81849" y="213178"/>
                  <a:pt x="80962" y="212812"/>
                  <a:pt x="80038" y="212816"/>
                </a:cubicBezTo>
                <a:lnTo>
                  <a:pt x="80038" y="212816"/>
                </a:lnTo>
                <a:moveTo>
                  <a:pt x="236634" y="230216"/>
                </a:moveTo>
                <a:cubicBezTo>
                  <a:pt x="236634" y="241747"/>
                  <a:pt x="227286" y="251095"/>
                  <a:pt x="215755" y="251095"/>
                </a:cubicBezTo>
                <a:lnTo>
                  <a:pt x="20879" y="251095"/>
                </a:lnTo>
                <a:cubicBezTo>
                  <a:pt x="9348" y="251095"/>
                  <a:pt x="0" y="241747"/>
                  <a:pt x="0" y="230216"/>
                </a:cubicBezTo>
                <a:lnTo>
                  <a:pt x="0" y="202376"/>
                </a:lnTo>
                <a:cubicBezTo>
                  <a:pt x="0" y="190845"/>
                  <a:pt x="9348" y="181497"/>
                  <a:pt x="20879" y="181497"/>
                </a:cubicBezTo>
                <a:lnTo>
                  <a:pt x="215755" y="181497"/>
                </a:lnTo>
                <a:cubicBezTo>
                  <a:pt x="227286" y="181497"/>
                  <a:pt x="236634" y="190845"/>
                  <a:pt x="236634" y="202376"/>
                </a:cubicBezTo>
                <a:close/>
              </a:path>
            </a:pathLst>
          </a:custGeom>
          <a:noFill/>
          <a:ln w="104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6877" y="1402375"/>
            <a:ext cx="1091540" cy="1670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196661"/>
                </a:solidFill>
                <a:latin typeface="Funnel Display"/>
              </a:rP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4663" y="1652951"/>
            <a:ext cx="2233754" cy="139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196661"/>
                </a:solidFill>
                <a:latin typeface="Funnel Display"/>
              </a:rPr>
              <a:t>Docker on Azure/AWS, S3/Blob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5980" y="567105"/>
            <a:ext cx="642437" cy="1670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196661"/>
                </a:solidFill>
                <a:latin typeface="Funnel Display"/>
              </a:rPr>
              <a:t>Security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1475" y="2162745"/>
            <a:ext cx="320193" cy="316816"/>
          </a:xfrm>
          <a:custGeom>
            <a:avLst/>
            <a:gdLst/>
            <a:ahLst/>
            <a:cxnLst/>
            <a:rect l="0" t="0" r="0" b="0"/>
            <a:pathLst>
              <a:path w="320193" h="316816">
                <a:moveTo>
                  <a:pt x="138150" y="256157"/>
                </a:moveTo>
                <a:lnTo>
                  <a:pt x="0" y="256157"/>
                </a:lnTo>
                <a:lnTo>
                  <a:pt x="0" y="55683"/>
                </a:lnTo>
                <a:lnTo>
                  <a:pt x="89427" y="55683"/>
                </a:lnTo>
                <a:lnTo>
                  <a:pt x="138150" y="97446"/>
                </a:lnTo>
                <a:close/>
                <a:moveTo>
                  <a:pt x="172020" y="108596"/>
                </a:moveTo>
                <a:lnTo>
                  <a:pt x="197397" y="88119"/>
                </a:lnTo>
                <a:moveTo>
                  <a:pt x="172020" y="218529"/>
                </a:moveTo>
                <a:lnTo>
                  <a:pt x="197397" y="239007"/>
                </a:lnTo>
                <a:moveTo>
                  <a:pt x="222733" y="243615"/>
                </a:moveTo>
                <a:lnTo>
                  <a:pt x="320179" y="243615"/>
                </a:lnTo>
                <a:moveTo>
                  <a:pt x="271456" y="243615"/>
                </a:moveTo>
                <a:lnTo>
                  <a:pt x="271456" y="219253"/>
                </a:lnTo>
                <a:moveTo>
                  <a:pt x="298031" y="243615"/>
                </a:moveTo>
                <a:cubicBezTo>
                  <a:pt x="298031" y="243615"/>
                  <a:pt x="291391" y="316699"/>
                  <a:pt x="224947" y="316699"/>
                </a:cubicBezTo>
                <a:moveTo>
                  <a:pt x="253986" y="271415"/>
                </a:moveTo>
                <a:cubicBezTo>
                  <a:pt x="263480" y="298628"/>
                  <a:pt x="289200" y="316816"/>
                  <a:pt x="318022" y="316699"/>
                </a:cubicBezTo>
                <a:moveTo>
                  <a:pt x="247095" y="113691"/>
                </a:moveTo>
                <a:lnTo>
                  <a:pt x="247095" y="64968"/>
                </a:lnTo>
                <a:cubicBezTo>
                  <a:pt x="247095" y="51514"/>
                  <a:pt x="258002" y="40607"/>
                  <a:pt x="271456" y="40607"/>
                </a:cubicBezTo>
                <a:cubicBezTo>
                  <a:pt x="284911" y="40607"/>
                  <a:pt x="295818" y="51514"/>
                  <a:pt x="295818" y="64968"/>
                </a:cubicBezTo>
                <a:lnTo>
                  <a:pt x="295818" y="113691"/>
                </a:lnTo>
                <a:moveTo>
                  <a:pt x="295818" y="81200"/>
                </a:moveTo>
                <a:lnTo>
                  <a:pt x="247095" y="81200"/>
                </a:lnTo>
                <a:moveTo>
                  <a:pt x="230849" y="16245"/>
                </a:moveTo>
                <a:cubicBezTo>
                  <a:pt x="230849" y="16245"/>
                  <a:pt x="247095" y="0"/>
                  <a:pt x="255211" y="0"/>
                </a:cubicBezTo>
                <a:cubicBezTo>
                  <a:pt x="263327" y="0"/>
                  <a:pt x="287688" y="16245"/>
                  <a:pt x="295818" y="16245"/>
                </a:cubicBezTo>
                <a:cubicBezTo>
                  <a:pt x="303948" y="16245"/>
                  <a:pt x="320193" y="0"/>
                  <a:pt x="320193" y="0"/>
                </a:cubicBezTo>
              </a:path>
            </a:pathLst>
          </a:custGeom>
          <a:noFill/>
          <a:ln w="104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3477" y="2237645"/>
            <a:ext cx="574940" cy="1670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196661"/>
                </a:solidFill>
                <a:latin typeface="Funnel Display"/>
              </a:rPr>
              <a:t>AI/OCR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29328" y="490537"/>
            <a:ext cx="264474" cy="320153"/>
          </a:xfrm>
          <a:custGeom>
            <a:avLst/>
            <a:gdLst/>
            <a:ahLst/>
            <a:cxnLst/>
            <a:rect l="0" t="0" r="0" b="0"/>
            <a:pathLst>
              <a:path w="264474" h="320153">
                <a:moveTo>
                  <a:pt x="55678" y="111357"/>
                </a:moveTo>
                <a:lnTo>
                  <a:pt x="55678" y="76558"/>
                </a:lnTo>
                <a:cubicBezTo>
                  <a:pt x="55678" y="34276"/>
                  <a:pt x="89955" y="0"/>
                  <a:pt x="132237" y="0"/>
                </a:cubicBezTo>
                <a:cubicBezTo>
                  <a:pt x="174519" y="0"/>
                  <a:pt x="208795" y="34276"/>
                  <a:pt x="208795" y="76558"/>
                </a:cubicBezTo>
                <a:lnTo>
                  <a:pt x="208795" y="111357"/>
                </a:lnTo>
                <a:moveTo>
                  <a:pt x="0" y="180956"/>
                </a:moveTo>
                <a:lnTo>
                  <a:pt x="264474" y="180956"/>
                </a:lnTo>
                <a:moveTo>
                  <a:pt x="0" y="250554"/>
                </a:moveTo>
                <a:lnTo>
                  <a:pt x="264474" y="250554"/>
                </a:lnTo>
                <a:moveTo>
                  <a:pt x="34799" y="111357"/>
                </a:moveTo>
                <a:lnTo>
                  <a:pt x="229675" y="111357"/>
                </a:lnTo>
                <a:cubicBezTo>
                  <a:pt x="229675" y="111357"/>
                  <a:pt x="264474" y="111357"/>
                  <a:pt x="264474" y="146156"/>
                </a:cubicBezTo>
                <a:lnTo>
                  <a:pt x="264474" y="285353"/>
                </a:lnTo>
                <a:cubicBezTo>
                  <a:pt x="264474" y="285353"/>
                  <a:pt x="264474" y="320153"/>
                  <a:pt x="229675" y="320153"/>
                </a:cubicBezTo>
                <a:lnTo>
                  <a:pt x="34799" y="320153"/>
                </a:lnTo>
                <a:cubicBezTo>
                  <a:pt x="34799" y="320153"/>
                  <a:pt x="0" y="320153"/>
                  <a:pt x="0" y="285353"/>
                </a:cubicBezTo>
                <a:lnTo>
                  <a:pt x="0" y="146156"/>
                </a:lnTo>
                <a:cubicBezTo>
                  <a:pt x="0" y="146156"/>
                  <a:pt x="0" y="111357"/>
                  <a:pt x="34799" y="111357"/>
                </a:cubicBezTo>
                <a:moveTo>
                  <a:pt x="38279" y="142676"/>
                </a:moveTo>
                <a:cubicBezTo>
                  <a:pt x="36357" y="142676"/>
                  <a:pt x="34799" y="144234"/>
                  <a:pt x="34799" y="146156"/>
                </a:cubicBezTo>
                <a:cubicBezTo>
                  <a:pt x="34799" y="148078"/>
                  <a:pt x="36357" y="149636"/>
                  <a:pt x="38279" y="149636"/>
                </a:cubicBezTo>
                <a:cubicBezTo>
                  <a:pt x="40201" y="149636"/>
                  <a:pt x="41759" y="148078"/>
                  <a:pt x="41759" y="146156"/>
                </a:cubicBezTo>
                <a:cubicBezTo>
                  <a:pt x="41759" y="144234"/>
                  <a:pt x="40201" y="142676"/>
                  <a:pt x="38279" y="142676"/>
                </a:cubicBezTo>
                <a:moveTo>
                  <a:pt x="73078" y="142676"/>
                </a:moveTo>
                <a:cubicBezTo>
                  <a:pt x="71156" y="142676"/>
                  <a:pt x="69598" y="144234"/>
                  <a:pt x="69598" y="146156"/>
                </a:cubicBezTo>
                <a:cubicBezTo>
                  <a:pt x="69598" y="148078"/>
                  <a:pt x="71156" y="149636"/>
                  <a:pt x="73078" y="149636"/>
                </a:cubicBezTo>
                <a:cubicBezTo>
                  <a:pt x="75000" y="149636"/>
                  <a:pt x="76558" y="148078"/>
                  <a:pt x="76558" y="146156"/>
                </a:cubicBezTo>
                <a:cubicBezTo>
                  <a:pt x="76558" y="144234"/>
                  <a:pt x="75000" y="142676"/>
                  <a:pt x="73078" y="142676"/>
                </a:cubicBezTo>
                <a:moveTo>
                  <a:pt x="38279" y="212275"/>
                </a:moveTo>
                <a:cubicBezTo>
                  <a:pt x="36357" y="212275"/>
                  <a:pt x="34799" y="213833"/>
                  <a:pt x="34799" y="215755"/>
                </a:cubicBezTo>
                <a:cubicBezTo>
                  <a:pt x="34799" y="217677"/>
                  <a:pt x="36357" y="219235"/>
                  <a:pt x="38279" y="219235"/>
                </a:cubicBezTo>
                <a:cubicBezTo>
                  <a:pt x="40201" y="219235"/>
                  <a:pt x="41759" y="217677"/>
                  <a:pt x="41759" y="215755"/>
                </a:cubicBezTo>
                <a:cubicBezTo>
                  <a:pt x="41759" y="213833"/>
                  <a:pt x="40201" y="212275"/>
                  <a:pt x="38279" y="212275"/>
                </a:cubicBezTo>
                <a:moveTo>
                  <a:pt x="73078" y="212275"/>
                </a:moveTo>
                <a:cubicBezTo>
                  <a:pt x="71156" y="212275"/>
                  <a:pt x="69598" y="213833"/>
                  <a:pt x="69598" y="215755"/>
                </a:cubicBezTo>
                <a:cubicBezTo>
                  <a:pt x="69598" y="217677"/>
                  <a:pt x="71156" y="219235"/>
                  <a:pt x="73078" y="219235"/>
                </a:cubicBezTo>
                <a:cubicBezTo>
                  <a:pt x="75000" y="219235"/>
                  <a:pt x="76558" y="217677"/>
                  <a:pt x="76558" y="215755"/>
                </a:cubicBezTo>
                <a:cubicBezTo>
                  <a:pt x="76558" y="213833"/>
                  <a:pt x="75000" y="212275"/>
                  <a:pt x="73078" y="212275"/>
                </a:cubicBezTo>
                <a:moveTo>
                  <a:pt x="38279" y="281874"/>
                </a:moveTo>
                <a:cubicBezTo>
                  <a:pt x="36357" y="281874"/>
                  <a:pt x="34799" y="283432"/>
                  <a:pt x="34799" y="285353"/>
                </a:cubicBezTo>
                <a:cubicBezTo>
                  <a:pt x="34799" y="287275"/>
                  <a:pt x="36357" y="288833"/>
                  <a:pt x="38279" y="288833"/>
                </a:cubicBezTo>
                <a:cubicBezTo>
                  <a:pt x="40201" y="288833"/>
                  <a:pt x="41759" y="287275"/>
                  <a:pt x="41759" y="285353"/>
                </a:cubicBezTo>
                <a:cubicBezTo>
                  <a:pt x="41759" y="283432"/>
                  <a:pt x="40201" y="281874"/>
                  <a:pt x="38279" y="281874"/>
                </a:cubicBezTo>
                <a:moveTo>
                  <a:pt x="73078" y="281874"/>
                </a:moveTo>
                <a:cubicBezTo>
                  <a:pt x="71156" y="281874"/>
                  <a:pt x="69598" y="283432"/>
                  <a:pt x="69598" y="285353"/>
                </a:cubicBezTo>
                <a:cubicBezTo>
                  <a:pt x="69598" y="287275"/>
                  <a:pt x="71156" y="288833"/>
                  <a:pt x="73078" y="288833"/>
                </a:cubicBezTo>
                <a:cubicBezTo>
                  <a:pt x="75000" y="288833"/>
                  <a:pt x="76558" y="287275"/>
                  <a:pt x="76558" y="285353"/>
                </a:cubicBezTo>
                <a:cubicBezTo>
                  <a:pt x="76558" y="283432"/>
                  <a:pt x="75000" y="281874"/>
                  <a:pt x="73078" y="281874"/>
                </a:cubicBezTo>
              </a:path>
            </a:pathLst>
          </a:custGeom>
          <a:noFill/>
          <a:ln w="104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85006" y="2488221"/>
            <a:ext cx="923412" cy="139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196661"/>
                </a:solidFill>
                <a:latin typeface="Funnel Display"/>
              </a:rPr>
              <a:t>LLMs, PyMuPDF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94529" y="2989273"/>
            <a:ext cx="324331" cy="323633"/>
          </a:xfrm>
          <a:custGeom>
            <a:avLst/>
            <a:gdLst/>
            <a:ahLst/>
            <a:cxnLst/>
            <a:rect l="0" t="0" r="0" b="0"/>
            <a:pathLst>
              <a:path w="324331" h="323633">
                <a:moveTo>
                  <a:pt x="286283" y="53053"/>
                </a:moveTo>
                <a:cubicBezTo>
                  <a:pt x="307296" y="53053"/>
                  <a:pt x="324331" y="43514"/>
                  <a:pt x="324331" y="31746"/>
                </a:cubicBezTo>
                <a:cubicBezTo>
                  <a:pt x="324331" y="19979"/>
                  <a:pt x="307296" y="10440"/>
                  <a:pt x="286283" y="10440"/>
                </a:cubicBezTo>
                <a:cubicBezTo>
                  <a:pt x="265270" y="10440"/>
                  <a:pt x="248235" y="19979"/>
                  <a:pt x="248235" y="31746"/>
                </a:cubicBezTo>
                <a:cubicBezTo>
                  <a:pt x="248235" y="43514"/>
                  <a:pt x="265270" y="53053"/>
                  <a:pt x="286283" y="53053"/>
                </a:cubicBezTo>
                <a:close/>
                <a:moveTo>
                  <a:pt x="248235" y="31745"/>
                </a:moveTo>
                <a:lnTo>
                  <a:pt x="248235" y="89577"/>
                </a:lnTo>
                <a:cubicBezTo>
                  <a:pt x="248235" y="101752"/>
                  <a:pt x="264976" y="110884"/>
                  <a:pt x="286283" y="110884"/>
                </a:cubicBezTo>
                <a:cubicBezTo>
                  <a:pt x="307590" y="110884"/>
                  <a:pt x="324331" y="101752"/>
                  <a:pt x="324331" y="89577"/>
                </a:cubicBezTo>
                <a:lnTo>
                  <a:pt x="324331" y="31745"/>
                </a:lnTo>
                <a:moveTo>
                  <a:pt x="167797" y="53053"/>
                </a:moveTo>
                <a:cubicBezTo>
                  <a:pt x="188811" y="53053"/>
                  <a:pt x="205845" y="43514"/>
                  <a:pt x="205845" y="31746"/>
                </a:cubicBezTo>
                <a:cubicBezTo>
                  <a:pt x="205845" y="19979"/>
                  <a:pt x="188811" y="10440"/>
                  <a:pt x="167797" y="10440"/>
                </a:cubicBezTo>
                <a:cubicBezTo>
                  <a:pt x="146784" y="10440"/>
                  <a:pt x="129750" y="19979"/>
                  <a:pt x="129750" y="31746"/>
                </a:cubicBezTo>
                <a:cubicBezTo>
                  <a:pt x="129750" y="43514"/>
                  <a:pt x="146784" y="53053"/>
                  <a:pt x="167797" y="53053"/>
                </a:cubicBezTo>
                <a:close/>
                <a:moveTo>
                  <a:pt x="129750" y="31745"/>
                </a:moveTo>
                <a:lnTo>
                  <a:pt x="129750" y="89577"/>
                </a:lnTo>
                <a:cubicBezTo>
                  <a:pt x="129750" y="101752"/>
                  <a:pt x="146490" y="110884"/>
                  <a:pt x="167797" y="110884"/>
                </a:cubicBezTo>
                <a:cubicBezTo>
                  <a:pt x="189104" y="110884"/>
                  <a:pt x="205845" y="101752"/>
                  <a:pt x="205845" y="89577"/>
                </a:cubicBezTo>
                <a:lnTo>
                  <a:pt x="205845" y="31745"/>
                </a:lnTo>
                <a:moveTo>
                  <a:pt x="47788" y="53053"/>
                </a:moveTo>
                <a:cubicBezTo>
                  <a:pt x="68802" y="53053"/>
                  <a:pt x="85836" y="43514"/>
                  <a:pt x="85836" y="31746"/>
                </a:cubicBezTo>
                <a:cubicBezTo>
                  <a:pt x="85836" y="19979"/>
                  <a:pt x="68802" y="10440"/>
                  <a:pt x="47788" y="10440"/>
                </a:cubicBezTo>
                <a:cubicBezTo>
                  <a:pt x="26775" y="10440"/>
                  <a:pt x="9741" y="19979"/>
                  <a:pt x="9741" y="31746"/>
                </a:cubicBezTo>
                <a:cubicBezTo>
                  <a:pt x="9741" y="43514"/>
                  <a:pt x="26775" y="53053"/>
                  <a:pt x="47788" y="53053"/>
                </a:cubicBezTo>
                <a:close/>
                <a:moveTo>
                  <a:pt x="85836" y="61000"/>
                </a:moveTo>
                <a:cubicBezTo>
                  <a:pt x="85836" y="72768"/>
                  <a:pt x="68802" y="82307"/>
                  <a:pt x="47788" y="82307"/>
                </a:cubicBezTo>
                <a:cubicBezTo>
                  <a:pt x="26775" y="82307"/>
                  <a:pt x="9741" y="72768"/>
                  <a:pt x="9741" y="61000"/>
                </a:cubicBezTo>
                <a:moveTo>
                  <a:pt x="205845" y="61000"/>
                </a:moveTo>
                <a:cubicBezTo>
                  <a:pt x="205845" y="72768"/>
                  <a:pt x="188811" y="82307"/>
                  <a:pt x="167797" y="82307"/>
                </a:cubicBezTo>
                <a:cubicBezTo>
                  <a:pt x="146784" y="82307"/>
                  <a:pt x="129750" y="72768"/>
                  <a:pt x="129750" y="61000"/>
                </a:cubicBezTo>
                <a:moveTo>
                  <a:pt x="324331" y="61000"/>
                </a:moveTo>
                <a:cubicBezTo>
                  <a:pt x="324331" y="72768"/>
                  <a:pt x="307296" y="82307"/>
                  <a:pt x="286283" y="82307"/>
                </a:cubicBezTo>
                <a:cubicBezTo>
                  <a:pt x="265270" y="82307"/>
                  <a:pt x="248235" y="72768"/>
                  <a:pt x="248235" y="61000"/>
                </a:cubicBezTo>
                <a:moveTo>
                  <a:pt x="9741" y="31745"/>
                </a:moveTo>
                <a:lnTo>
                  <a:pt x="9741" y="89577"/>
                </a:lnTo>
                <a:cubicBezTo>
                  <a:pt x="9741" y="101752"/>
                  <a:pt x="26482" y="110884"/>
                  <a:pt x="47788" y="110884"/>
                </a:cubicBezTo>
                <a:cubicBezTo>
                  <a:pt x="69095" y="110884"/>
                  <a:pt x="85836" y="101752"/>
                  <a:pt x="85836" y="89577"/>
                </a:cubicBezTo>
                <a:lnTo>
                  <a:pt x="85836" y="31745"/>
                </a:lnTo>
                <a:moveTo>
                  <a:pt x="10439" y="323633"/>
                </a:moveTo>
                <a:cubicBezTo>
                  <a:pt x="31226" y="323633"/>
                  <a:pt x="52014" y="323633"/>
                  <a:pt x="72801" y="302753"/>
                </a:cubicBezTo>
                <a:cubicBezTo>
                  <a:pt x="93588" y="323633"/>
                  <a:pt x="114375" y="323633"/>
                  <a:pt x="119918" y="323633"/>
                </a:cubicBezTo>
                <a:cubicBezTo>
                  <a:pt x="125462" y="323633"/>
                  <a:pt x="146248" y="323633"/>
                  <a:pt x="167036" y="302753"/>
                </a:cubicBezTo>
                <a:cubicBezTo>
                  <a:pt x="187824" y="323633"/>
                  <a:pt x="208610" y="323633"/>
                  <a:pt x="214154" y="323633"/>
                </a:cubicBezTo>
                <a:cubicBezTo>
                  <a:pt x="219697" y="323633"/>
                  <a:pt x="240483" y="323633"/>
                  <a:pt x="261271" y="302753"/>
                </a:cubicBezTo>
                <a:cubicBezTo>
                  <a:pt x="282059" y="323633"/>
                  <a:pt x="302845" y="323633"/>
                  <a:pt x="323633" y="323633"/>
                </a:cubicBezTo>
                <a:moveTo>
                  <a:pt x="105094" y="286439"/>
                </a:moveTo>
                <a:cubicBezTo>
                  <a:pt x="105094" y="282263"/>
                  <a:pt x="103702" y="279479"/>
                  <a:pt x="100918" y="276695"/>
                </a:cubicBezTo>
                <a:lnTo>
                  <a:pt x="93958" y="269736"/>
                </a:lnTo>
                <a:cubicBezTo>
                  <a:pt x="89782" y="265560"/>
                  <a:pt x="88390" y="259992"/>
                  <a:pt x="91174" y="254424"/>
                </a:cubicBezTo>
                <a:cubicBezTo>
                  <a:pt x="93958" y="248856"/>
                  <a:pt x="98134" y="246072"/>
                  <a:pt x="105094" y="246072"/>
                </a:cubicBezTo>
                <a:lnTo>
                  <a:pt x="114838" y="246072"/>
                </a:lnTo>
                <a:cubicBezTo>
                  <a:pt x="119014" y="246072"/>
                  <a:pt x="121797" y="244680"/>
                  <a:pt x="124581" y="241896"/>
                </a:cubicBezTo>
                <a:cubicBezTo>
                  <a:pt x="127365" y="239112"/>
                  <a:pt x="128757" y="234936"/>
                  <a:pt x="128757" y="232152"/>
                </a:cubicBezTo>
                <a:lnTo>
                  <a:pt x="128757" y="222409"/>
                </a:lnTo>
                <a:cubicBezTo>
                  <a:pt x="128757" y="216841"/>
                  <a:pt x="131541" y="211273"/>
                  <a:pt x="137109" y="208489"/>
                </a:cubicBezTo>
                <a:cubicBezTo>
                  <a:pt x="142676" y="205705"/>
                  <a:pt x="148244" y="207097"/>
                  <a:pt x="152420" y="211273"/>
                </a:cubicBezTo>
                <a:lnTo>
                  <a:pt x="159380" y="218233"/>
                </a:lnTo>
                <a:cubicBezTo>
                  <a:pt x="162164" y="221017"/>
                  <a:pt x="164948" y="222409"/>
                  <a:pt x="169124" y="222409"/>
                </a:cubicBezTo>
                <a:cubicBezTo>
                  <a:pt x="173300" y="222409"/>
                  <a:pt x="176084" y="221017"/>
                  <a:pt x="178868" y="218233"/>
                </a:cubicBezTo>
                <a:lnTo>
                  <a:pt x="185828" y="211273"/>
                </a:lnTo>
                <a:cubicBezTo>
                  <a:pt x="190003" y="207097"/>
                  <a:pt x="195571" y="205705"/>
                  <a:pt x="201139" y="208489"/>
                </a:cubicBezTo>
                <a:cubicBezTo>
                  <a:pt x="206707" y="211273"/>
                  <a:pt x="209491" y="215449"/>
                  <a:pt x="209491" y="222409"/>
                </a:cubicBezTo>
                <a:lnTo>
                  <a:pt x="209491" y="232152"/>
                </a:lnTo>
                <a:cubicBezTo>
                  <a:pt x="209491" y="236328"/>
                  <a:pt x="210883" y="239112"/>
                  <a:pt x="213667" y="241896"/>
                </a:cubicBezTo>
                <a:cubicBezTo>
                  <a:pt x="216451" y="244680"/>
                  <a:pt x="220627" y="246072"/>
                  <a:pt x="223411" y="246072"/>
                </a:cubicBezTo>
                <a:lnTo>
                  <a:pt x="233155" y="246072"/>
                </a:lnTo>
                <a:cubicBezTo>
                  <a:pt x="238722" y="246072"/>
                  <a:pt x="244290" y="248856"/>
                  <a:pt x="247074" y="254424"/>
                </a:cubicBezTo>
                <a:cubicBezTo>
                  <a:pt x="249858" y="259992"/>
                  <a:pt x="248466" y="265560"/>
                  <a:pt x="244290" y="269736"/>
                </a:cubicBezTo>
                <a:lnTo>
                  <a:pt x="234547" y="276695"/>
                </a:lnTo>
                <a:cubicBezTo>
                  <a:pt x="231763" y="279479"/>
                  <a:pt x="230371" y="282263"/>
                  <a:pt x="230371" y="286439"/>
                </a:cubicBezTo>
                <a:moveTo>
                  <a:pt x="141285" y="286441"/>
                </a:moveTo>
                <a:cubicBezTo>
                  <a:pt x="141285" y="272521"/>
                  <a:pt x="152420" y="259993"/>
                  <a:pt x="167732" y="259993"/>
                </a:cubicBezTo>
                <a:cubicBezTo>
                  <a:pt x="181652" y="259993"/>
                  <a:pt x="194179" y="271129"/>
                  <a:pt x="194179" y="286441"/>
                </a:cubicBezTo>
                <a:moveTo>
                  <a:pt x="0" y="0"/>
                </a:moveTo>
                <a:moveTo>
                  <a:pt x="251250" y="207040"/>
                </a:moveTo>
                <a:lnTo>
                  <a:pt x="286049" y="179200"/>
                </a:lnTo>
                <a:lnTo>
                  <a:pt x="286049" y="144401"/>
                </a:lnTo>
                <a:moveTo>
                  <a:pt x="0" y="0"/>
                </a:moveTo>
                <a:moveTo>
                  <a:pt x="84214" y="207040"/>
                </a:moveTo>
                <a:lnTo>
                  <a:pt x="49415" y="179200"/>
                </a:lnTo>
                <a:lnTo>
                  <a:pt x="49415" y="144401"/>
                </a:lnTo>
                <a:moveTo>
                  <a:pt x="167036" y="183915"/>
                </a:moveTo>
                <a:lnTo>
                  <a:pt x="167036" y="137442"/>
                </a:lnTo>
              </a:path>
            </a:pathLst>
          </a:custGeom>
          <a:noFill/>
          <a:ln w="104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0513" y="3072912"/>
            <a:ext cx="677905" cy="1670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196661"/>
                </a:solidFill>
                <a:latin typeface="Funnel Display"/>
              </a:rP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65995" y="3323491"/>
            <a:ext cx="2442422" cy="139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196661"/>
                </a:solidFill>
                <a:latin typeface="Funnel Display"/>
              </a:rPr>
              <a:t>Python (FastAPI), PostgreSQL, OpenSearch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01489" y="3866330"/>
            <a:ext cx="320153" cy="250554"/>
          </a:xfrm>
          <a:custGeom>
            <a:avLst/>
            <a:gdLst/>
            <a:ahLst/>
            <a:cxnLst/>
            <a:rect l="0" t="0" r="0" b="0"/>
            <a:pathLst>
              <a:path w="320153" h="250554">
                <a:moveTo>
                  <a:pt x="27839" y="0"/>
                </a:moveTo>
                <a:lnTo>
                  <a:pt x="292313" y="0"/>
                </a:lnTo>
                <a:cubicBezTo>
                  <a:pt x="292313" y="0"/>
                  <a:pt x="320153" y="0"/>
                  <a:pt x="320153" y="27839"/>
                </a:cubicBezTo>
                <a:lnTo>
                  <a:pt x="320153" y="222715"/>
                </a:lnTo>
                <a:cubicBezTo>
                  <a:pt x="320153" y="222715"/>
                  <a:pt x="320153" y="250554"/>
                  <a:pt x="292313" y="250554"/>
                </a:cubicBezTo>
                <a:lnTo>
                  <a:pt x="27839" y="250554"/>
                </a:lnTo>
                <a:cubicBezTo>
                  <a:pt x="27839" y="250554"/>
                  <a:pt x="0" y="250554"/>
                  <a:pt x="0" y="222715"/>
                </a:cubicBezTo>
                <a:lnTo>
                  <a:pt x="0" y="27839"/>
                </a:lnTo>
                <a:cubicBezTo>
                  <a:pt x="0" y="27839"/>
                  <a:pt x="0" y="0"/>
                  <a:pt x="27839" y="0"/>
                </a:cubicBezTo>
                <a:moveTo>
                  <a:pt x="0" y="69598"/>
                </a:moveTo>
                <a:lnTo>
                  <a:pt x="320153" y="69598"/>
                </a:lnTo>
                <a:moveTo>
                  <a:pt x="48718" y="31319"/>
                </a:moveTo>
                <a:cubicBezTo>
                  <a:pt x="46797" y="31319"/>
                  <a:pt x="45239" y="32877"/>
                  <a:pt x="45239" y="34799"/>
                </a:cubicBezTo>
                <a:cubicBezTo>
                  <a:pt x="45239" y="36721"/>
                  <a:pt x="46797" y="38279"/>
                  <a:pt x="48718" y="38279"/>
                </a:cubicBezTo>
                <a:cubicBezTo>
                  <a:pt x="50640" y="38279"/>
                  <a:pt x="52198" y="36721"/>
                  <a:pt x="52198" y="34799"/>
                </a:cubicBezTo>
                <a:cubicBezTo>
                  <a:pt x="52198" y="32877"/>
                  <a:pt x="50640" y="31319"/>
                  <a:pt x="48718" y="31319"/>
                </a:cubicBezTo>
                <a:moveTo>
                  <a:pt x="90478" y="31319"/>
                </a:moveTo>
                <a:cubicBezTo>
                  <a:pt x="88556" y="31319"/>
                  <a:pt x="86998" y="32877"/>
                  <a:pt x="86998" y="34799"/>
                </a:cubicBezTo>
                <a:cubicBezTo>
                  <a:pt x="86998" y="36721"/>
                  <a:pt x="88556" y="38279"/>
                  <a:pt x="90478" y="38279"/>
                </a:cubicBezTo>
                <a:cubicBezTo>
                  <a:pt x="92399" y="38279"/>
                  <a:pt x="93958" y="36721"/>
                  <a:pt x="93958" y="34799"/>
                </a:cubicBezTo>
                <a:cubicBezTo>
                  <a:pt x="93958" y="32877"/>
                  <a:pt x="92399" y="31319"/>
                  <a:pt x="90478" y="31319"/>
                </a:cubicBezTo>
                <a:moveTo>
                  <a:pt x="132237" y="31319"/>
                </a:moveTo>
                <a:cubicBezTo>
                  <a:pt x="130315" y="31319"/>
                  <a:pt x="128757" y="32877"/>
                  <a:pt x="128757" y="34799"/>
                </a:cubicBezTo>
                <a:cubicBezTo>
                  <a:pt x="128757" y="36721"/>
                  <a:pt x="130315" y="38279"/>
                  <a:pt x="132237" y="38279"/>
                </a:cubicBezTo>
                <a:cubicBezTo>
                  <a:pt x="134159" y="38279"/>
                  <a:pt x="135717" y="36721"/>
                  <a:pt x="135717" y="34799"/>
                </a:cubicBezTo>
                <a:cubicBezTo>
                  <a:pt x="135717" y="32877"/>
                  <a:pt x="134159" y="31319"/>
                  <a:pt x="132237" y="31319"/>
                </a:cubicBezTo>
                <a:moveTo>
                  <a:pt x="48718" y="111357"/>
                </a:moveTo>
                <a:cubicBezTo>
                  <a:pt x="41759" y="111357"/>
                  <a:pt x="41759" y="118317"/>
                  <a:pt x="41759" y="118317"/>
                </a:cubicBezTo>
                <a:lnTo>
                  <a:pt x="41759" y="132237"/>
                </a:lnTo>
                <a:cubicBezTo>
                  <a:pt x="41759" y="139197"/>
                  <a:pt x="48718" y="139197"/>
                  <a:pt x="48718" y="139197"/>
                </a:cubicBezTo>
                <a:lnTo>
                  <a:pt x="76558" y="139197"/>
                </a:lnTo>
                <a:cubicBezTo>
                  <a:pt x="83518" y="139197"/>
                  <a:pt x="83518" y="132237"/>
                  <a:pt x="83518" y="132237"/>
                </a:cubicBezTo>
                <a:lnTo>
                  <a:pt x="83518" y="118317"/>
                </a:lnTo>
                <a:cubicBezTo>
                  <a:pt x="83518" y="111357"/>
                  <a:pt x="76558" y="111357"/>
                  <a:pt x="76558" y="111357"/>
                </a:cubicBezTo>
                <a:lnTo>
                  <a:pt x="48718" y="111357"/>
                </a:lnTo>
                <a:moveTo>
                  <a:pt x="48718" y="180956"/>
                </a:moveTo>
                <a:cubicBezTo>
                  <a:pt x="41759" y="180956"/>
                  <a:pt x="41759" y="187916"/>
                  <a:pt x="41759" y="187916"/>
                </a:cubicBezTo>
                <a:lnTo>
                  <a:pt x="41759" y="201835"/>
                </a:lnTo>
                <a:cubicBezTo>
                  <a:pt x="41759" y="208795"/>
                  <a:pt x="48718" y="208795"/>
                  <a:pt x="48718" y="208795"/>
                </a:cubicBezTo>
                <a:lnTo>
                  <a:pt x="76558" y="208795"/>
                </a:lnTo>
                <a:cubicBezTo>
                  <a:pt x="83518" y="208795"/>
                  <a:pt x="83518" y="201835"/>
                  <a:pt x="83518" y="201835"/>
                </a:cubicBezTo>
                <a:lnTo>
                  <a:pt x="83518" y="187916"/>
                </a:lnTo>
                <a:cubicBezTo>
                  <a:pt x="83518" y="180956"/>
                  <a:pt x="76558" y="180956"/>
                  <a:pt x="76558" y="180956"/>
                </a:cubicBezTo>
                <a:lnTo>
                  <a:pt x="48718" y="180956"/>
                </a:lnTo>
                <a:moveTo>
                  <a:pt x="125277" y="125277"/>
                </a:moveTo>
                <a:lnTo>
                  <a:pt x="278394" y="125277"/>
                </a:lnTo>
                <a:moveTo>
                  <a:pt x="125277" y="194875"/>
                </a:moveTo>
                <a:lnTo>
                  <a:pt x="278394" y="194875"/>
                </a:lnTo>
              </a:path>
            </a:pathLst>
          </a:custGeom>
          <a:noFill/>
          <a:ln w="104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94782" y="3908182"/>
            <a:ext cx="713635" cy="16704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000" b="1">
                <a:solidFill>
                  <a:srgbClr val="196661"/>
                </a:solidFill>
                <a:latin typeface="Funnel Display"/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0379" y="4158759"/>
            <a:ext cx="2138039" cy="13917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196661"/>
                </a:solidFill>
                <a:latin typeface="Funnel Display"/>
              </a:rPr>
              <a:t>React, TypeScript, Tailwind/shadcn UI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1722" y="2566461"/>
            <a:ext cx="1016155" cy="782097"/>
          </a:xfrm>
          <a:custGeom>
            <a:avLst/>
            <a:gdLst/>
            <a:ahLst/>
            <a:cxnLst/>
            <a:rect l="0" t="0" r="0" b="0"/>
            <a:pathLst>
              <a:path w="1016155" h="782097">
                <a:moveTo>
                  <a:pt x="863412" y="0"/>
                </a:moveTo>
                <a:cubicBezTo>
                  <a:pt x="947775" y="0"/>
                  <a:pt x="1016155" y="175079"/>
                  <a:pt x="1016155" y="391048"/>
                </a:cubicBezTo>
                <a:cubicBezTo>
                  <a:pt x="1016155" y="607018"/>
                  <a:pt x="947775" y="782097"/>
                  <a:pt x="863412" y="782097"/>
                </a:cubicBezTo>
                <a:lnTo>
                  <a:pt x="152742" y="782097"/>
                </a:lnTo>
                <a:cubicBezTo>
                  <a:pt x="68389" y="782097"/>
                  <a:pt x="0" y="607018"/>
                  <a:pt x="0" y="391048"/>
                </a:cubicBezTo>
                <a:cubicBezTo>
                  <a:pt x="0" y="175079"/>
                  <a:pt x="68389" y="0"/>
                  <a:pt x="152742" y="0"/>
                </a:cubicBezTo>
                <a:lnTo>
                  <a:pt x="863412" y="0"/>
                </a:lnTo>
              </a:path>
            </a:pathLst>
          </a:custGeom>
          <a:solidFill>
            <a:srgbClr val="14BAB7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1722" y="2566461"/>
            <a:ext cx="1016157" cy="782099"/>
          </a:xfrm>
          <a:custGeom>
            <a:avLst/>
            <a:gdLst/>
            <a:ahLst/>
            <a:cxnLst/>
            <a:rect l="0" t="0" r="0" b="0"/>
            <a:pathLst>
              <a:path w="1016157" h="782099">
                <a:moveTo>
                  <a:pt x="152743" y="782099"/>
                </a:moveTo>
                <a:cubicBezTo>
                  <a:pt x="68385" y="782099"/>
                  <a:pt x="0" y="607020"/>
                  <a:pt x="0" y="391049"/>
                </a:cubicBezTo>
                <a:cubicBezTo>
                  <a:pt x="0" y="175079"/>
                  <a:pt x="68385" y="0"/>
                  <a:pt x="152743" y="0"/>
                </a:cubicBezTo>
                <a:moveTo>
                  <a:pt x="863413" y="782099"/>
                </a:moveTo>
                <a:cubicBezTo>
                  <a:pt x="947771" y="782099"/>
                  <a:pt x="1016157" y="607020"/>
                  <a:pt x="1016157" y="391049"/>
                </a:cubicBezTo>
                <a:cubicBezTo>
                  <a:pt x="1016157" y="175079"/>
                  <a:pt x="947771" y="0"/>
                  <a:pt x="863413" y="0"/>
                </a:cubicBezTo>
                <a:moveTo>
                  <a:pt x="152743" y="0"/>
                </a:moveTo>
                <a:lnTo>
                  <a:pt x="863413" y="0"/>
                </a:lnTo>
                <a:moveTo>
                  <a:pt x="863413" y="782099"/>
                </a:moveTo>
                <a:lnTo>
                  <a:pt x="152743" y="782099"/>
                </a:lnTo>
              </a:path>
            </a:pathLst>
          </a:custGeom>
          <a:noFill/>
          <a:ln w="1527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81050" y="2639803"/>
            <a:ext cx="1040539" cy="635412"/>
          </a:xfrm>
          <a:custGeom>
            <a:avLst/>
            <a:gdLst/>
            <a:ahLst/>
            <a:cxnLst/>
            <a:rect l="0" t="0" r="0" b="0"/>
            <a:pathLst>
              <a:path w="1040539" h="635412">
                <a:moveTo>
                  <a:pt x="999810" y="635412"/>
                </a:moveTo>
                <a:cubicBezTo>
                  <a:pt x="1022308" y="635412"/>
                  <a:pt x="1040539" y="617181"/>
                  <a:pt x="1040539" y="594683"/>
                </a:cubicBezTo>
                <a:lnTo>
                  <a:pt x="1040539" y="574319"/>
                </a:lnTo>
                <a:lnTo>
                  <a:pt x="1040539" y="40728"/>
                </a:lnTo>
                <a:cubicBezTo>
                  <a:pt x="1040539" y="18240"/>
                  <a:pt x="1022308" y="0"/>
                  <a:pt x="999810" y="0"/>
                </a:cubicBezTo>
                <a:lnTo>
                  <a:pt x="40728" y="0"/>
                </a:lnTo>
                <a:cubicBezTo>
                  <a:pt x="18240" y="0"/>
                  <a:pt x="0" y="18240"/>
                  <a:pt x="0" y="40728"/>
                </a:cubicBezTo>
                <a:lnTo>
                  <a:pt x="0" y="594683"/>
                </a:lnTo>
                <a:cubicBezTo>
                  <a:pt x="0" y="617181"/>
                  <a:pt x="18240" y="635412"/>
                  <a:pt x="40728" y="635412"/>
                </a:cubicBezTo>
                <a:lnTo>
                  <a:pt x="999810" y="635412"/>
                </a:lnTo>
              </a:path>
            </a:pathLst>
          </a:custGeom>
          <a:solidFill>
            <a:srgbClr val="14BAB7">
              <a:alpha val="5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81050" y="2639803"/>
            <a:ext cx="1040543" cy="635414"/>
          </a:xfrm>
          <a:custGeom>
            <a:avLst/>
            <a:gdLst/>
            <a:ahLst/>
            <a:cxnLst/>
            <a:rect l="0" t="0" r="0" b="0"/>
            <a:pathLst>
              <a:path w="1040543" h="635414">
                <a:moveTo>
                  <a:pt x="61097" y="0"/>
                </a:moveTo>
                <a:lnTo>
                  <a:pt x="40731" y="0"/>
                </a:lnTo>
                <a:cubicBezTo>
                  <a:pt x="18236" y="0"/>
                  <a:pt x="0" y="18236"/>
                  <a:pt x="0" y="40731"/>
                </a:cubicBezTo>
                <a:lnTo>
                  <a:pt x="0" y="61097"/>
                </a:lnTo>
                <a:moveTo>
                  <a:pt x="0" y="61097"/>
                </a:moveTo>
                <a:lnTo>
                  <a:pt x="0" y="574317"/>
                </a:lnTo>
                <a:moveTo>
                  <a:pt x="1040543" y="61097"/>
                </a:moveTo>
                <a:lnTo>
                  <a:pt x="1040543" y="574317"/>
                </a:lnTo>
                <a:moveTo>
                  <a:pt x="61097" y="0"/>
                </a:moveTo>
                <a:lnTo>
                  <a:pt x="979445" y="0"/>
                </a:lnTo>
                <a:moveTo>
                  <a:pt x="61097" y="635414"/>
                </a:moveTo>
                <a:lnTo>
                  <a:pt x="40731" y="635414"/>
                </a:lnTo>
                <a:cubicBezTo>
                  <a:pt x="18236" y="635414"/>
                  <a:pt x="0" y="617178"/>
                  <a:pt x="0" y="594683"/>
                </a:cubicBezTo>
                <a:lnTo>
                  <a:pt x="0" y="574317"/>
                </a:lnTo>
                <a:moveTo>
                  <a:pt x="979445" y="0"/>
                </a:moveTo>
                <a:lnTo>
                  <a:pt x="999811" y="0"/>
                </a:lnTo>
                <a:cubicBezTo>
                  <a:pt x="1022306" y="0"/>
                  <a:pt x="1040543" y="18236"/>
                  <a:pt x="1040543" y="40731"/>
                </a:cubicBezTo>
                <a:lnTo>
                  <a:pt x="1040543" y="61097"/>
                </a:lnTo>
                <a:moveTo>
                  <a:pt x="979445" y="635414"/>
                </a:moveTo>
                <a:lnTo>
                  <a:pt x="61097" y="635414"/>
                </a:lnTo>
                <a:moveTo>
                  <a:pt x="979445" y="635414"/>
                </a:moveTo>
                <a:lnTo>
                  <a:pt x="999811" y="635414"/>
                </a:lnTo>
                <a:cubicBezTo>
                  <a:pt x="1022306" y="635414"/>
                  <a:pt x="1040543" y="617178"/>
                  <a:pt x="1040543" y="594683"/>
                </a:cubicBezTo>
                <a:lnTo>
                  <a:pt x="1040543" y="574317"/>
                </a:lnTo>
              </a:path>
            </a:pathLst>
          </a:custGeom>
          <a:noFill/>
          <a:ln w="1527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54763" y="2639803"/>
            <a:ext cx="1234020" cy="635412"/>
          </a:xfrm>
          <a:custGeom>
            <a:avLst/>
            <a:gdLst/>
            <a:ahLst/>
            <a:cxnLst/>
            <a:rect l="0" t="0" r="0" b="0"/>
            <a:pathLst>
              <a:path w="1234020" h="635412">
                <a:moveTo>
                  <a:pt x="1193282" y="635412"/>
                </a:moveTo>
                <a:cubicBezTo>
                  <a:pt x="1215780" y="635412"/>
                  <a:pt x="1234020" y="617181"/>
                  <a:pt x="1234020" y="594683"/>
                </a:cubicBezTo>
                <a:lnTo>
                  <a:pt x="1234020" y="574319"/>
                </a:lnTo>
                <a:lnTo>
                  <a:pt x="1234020" y="40728"/>
                </a:lnTo>
                <a:cubicBezTo>
                  <a:pt x="1234020" y="18240"/>
                  <a:pt x="1215780" y="0"/>
                  <a:pt x="1193282" y="0"/>
                </a:cubicBezTo>
                <a:lnTo>
                  <a:pt x="40728" y="0"/>
                </a:lnTo>
                <a:cubicBezTo>
                  <a:pt x="18240" y="0"/>
                  <a:pt x="0" y="18240"/>
                  <a:pt x="0" y="40728"/>
                </a:cubicBezTo>
                <a:lnTo>
                  <a:pt x="0" y="594683"/>
                </a:lnTo>
                <a:cubicBezTo>
                  <a:pt x="0" y="617181"/>
                  <a:pt x="18240" y="635412"/>
                  <a:pt x="40728" y="635412"/>
                </a:cubicBezTo>
                <a:lnTo>
                  <a:pt x="1193282" y="635412"/>
                </a:lnTo>
              </a:path>
            </a:pathLst>
          </a:custGeom>
          <a:solidFill>
            <a:srgbClr val="14BAB7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54763" y="2639803"/>
            <a:ext cx="1234019" cy="635414"/>
          </a:xfrm>
          <a:custGeom>
            <a:avLst/>
            <a:gdLst/>
            <a:ahLst/>
            <a:cxnLst/>
            <a:rect l="0" t="0" r="0" b="0"/>
            <a:pathLst>
              <a:path w="1234019" h="635414">
                <a:moveTo>
                  <a:pt x="61097" y="0"/>
                </a:moveTo>
                <a:lnTo>
                  <a:pt x="40731" y="0"/>
                </a:lnTo>
                <a:cubicBezTo>
                  <a:pt x="18236" y="0"/>
                  <a:pt x="0" y="18236"/>
                  <a:pt x="0" y="40731"/>
                </a:cubicBezTo>
                <a:lnTo>
                  <a:pt x="0" y="61097"/>
                </a:lnTo>
                <a:moveTo>
                  <a:pt x="0" y="61097"/>
                </a:moveTo>
                <a:lnTo>
                  <a:pt x="0" y="574317"/>
                </a:lnTo>
                <a:moveTo>
                  <a:pt x="1234019" y="61097"/>
                </a:moveTo>
                <a:lnTo>
                  <a:pt x="1234019" y="574317"/>
                </a:lnTo>
                <a:moveTo>
                  <a:pt x="61097" y="0"/>
                </a:moveTo>
                <a:lnTo>
                  <a:pt x="1172921" y="0"/>
                </a:lnTo>
                <a:moveTo>
                  <a:pt x="61097" y="635414"/>
                </a:moveTo>
                <a:lnTo>
                  <a:pt x="40731" y="635414"/>
                </a:lnTo>
                <a:cubicBezTo>
                  <a:pt x="18236" y="635414"/>
                  <a:pt x="0" y="617178"/>
                  <a:pt x="0" y="594683"/>
                </a:cubicBezTo>
                <a:lnTo>
                  <a:pt x="0" y="574317"/>
                </a:lnTo>
                <a:moveTo>
                  <a:pt x="1172921" y="0"/>
                </a:moveTo>
                <a:lnTo>
                  <a:pt x="1193287" y="0"/>
                </a:lnTo>
                <a:cubicBezTo>
                  <a:pt x="1215782" y="0"/>
                  <a:pt x="1234019" y="18236"/>
                  <a:pt x="1234019" y="40731"/>
                </a:cubicBezTo>
                <a:lnTo>
                  <a:pt x="1234019" y="61097"/>
                </a:lnTo>
                <a:moveTo>
                  <a:pt x="1172921" y="635414"/>
                </a:moveTo>
                <a:lnTo>
                  <a:pt x="61097" y="635414"/>
                </a:lnTo>
                <a:moveTo>
                  <a:pt x="1172921" y="635414"/>
                </a:moveTo>
                <a:lnTo>
                  <a:pt x="1193287" y="635414"/>
                </a:lnTo>
                <a:cubicBezTo>
                  <a:pt x="1215782" y="635414"/>
                  <a:pt x="1234019" y="617178"/>
                  <a:pt x="1234019" y="594683"/>
                </a:cubicBezTo>
                <a:lnTo>
                  <a:pt x="1234019" y="574317"/>
                </a:lnTo>
              </a:path>
            </a:pathLst>
          </a:custGeom>
          <a:noFill/>
          <a:ln w="1527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21953" y="2639803"/>
            <a:ext cx="842657" cy="635412"/>
          </a:xfrm>
          <a:custGeom>
            <a:avLst/>
            <a:gdLst/>
            <a:ahLst/>
            <a:cxnLst/>
            <a:rect l="0" t="0" r="0" b="0"/>
            <a:pathLst>
              <a:path w="842657" h="635412">
                <a:moveTo>
                  <a:pt x="801928" y="635412"/>
                </a:moveTo>
                <a:cubicBezTo>
                  <a:pt x="824417" y="635412"/>
                  <a:pt x="842657" y="617181"/>
                  <a:pt x="842657" y="594683"/>
                </a:cubicBezTo>
                <a:lnTo>
                  <a:pt x="842657" y="574319"/>
                </a:lnTo>
                <a:lnTo>
                  <a:pt x="842657" y="40728"/>
                </a:lnTo>
                <a:cubicBezTo>
                  <a:pt x="842657" y="18240"/>
                  <a:pt x="824417" y="0"/>
                  <a:pt x="801928" y="0"/>
                </a:cubicBezTo>
                <a:lnTo>
                  <a:pt x="40728" y="0"/>
                </a:lnTo>
                <a:cubicBezTo>
                  <a:pt x="18240" y="0"/>
                  <a:pt x="0" y="18240"/>
                  <a:pt x="0" y="40728"/>
                </a:cubicBezTo>
                <a:lnTo>
                  <a:pt x="0" y="594683"/>
                </a:lnTo>
                <a:cubicBezTo>
                  <a:pt x="0" y="617181"/>
                  <a:pt x="18240" y="635412"/>
                  <a:pt x="40728" y="635412"/>
                </a:cubicBezTo>
                <a:lnTo>
                  <a:pt x="801928" y="635412"/>
                </a:lnTo>
              </a:path>
            </a:pathLst>
          </a:custGeom>
          <a:solidFill>
            <a:srgbClr val="14BAB7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21953" y="2639803"/>
            <a:ext cx="842657" cy="635414"/>
          </a:xfrm>
          <a:custGeom>
            <a:avLst/>
            <a:gdLst/>
            <a:ahLst/>
            <a:cxnLst/>
            <a:rect l="0" t="0" r="0" b="0"/>
            <a:pathLst>
              <a:path w="842657" h="635414">
                <a:moveTo>
                  <a:pt x="61097" y="0"/>
                </a:moveTo>
                <a:lnTo>
                  <a:pt x="40731" y="0"/>
                </a:lnTo>
                <a:cubicBezTo>
                  <a:pt x="18236" y="0"/>
                  <a:pt x="0" y="18236"/>
                  <a:pt x="0" y="40731"/>
                </a:cubicBezTo>
                <a:lnTo>
                  <a:pt x="0" y="61097"/>
                </a:lnTo>
                <a:moveTo>
                  <a:pt x="0" y="61097"/>
                </a:moveTo>
                <a:lnTo>
                  <a:pt x="0" y="574317"/>
                </a:lnTo>
                <a:moveTo>
                  <a:pt x="842657" y="61097"/>
                </a:moveTo>
                <a:lnTo>
                  <a:pt x="842657" y="574317"/>
                </a:lnTo>
                <a:moveTo>
                  <a:pt x="61097" y="0"/>
                </a:moveTo>
                <a:lnTo>
                  <a:pt x="781559" y="0"/>
                </a:lnTo>
                <a:moveTo>
                  <a:pt x="61097" y="635414"/>
                </a:moveTo>
                <a:lnTo>
                  <a:pt x="40731" y="635414"/>
                </a:lnTo>
                <a:cubicBezTo>
                  <a:pt x="18236" y="635414"/>
                  <a:pt x="0" y="617178"/>
                  <a:pt x="0" y="594683"/>
                </a:cubicBezTo>
                <a:lnTo>
                  <a:pt x="0" y="574317"/>
                </a:lnTo>
                <a:moveTo>
                  <a:pt x="781559" y="0"/>
                </a:moveTo>
                <a:lnTo>
                  <a:pt x="801925" y="0"/>
                </a:lnTo>
                <a:cubicBezTo>
                  <a:pt x="824420" y="0"/>
                  <a:pt x="842657" y="18236"/>
                  <a:pt x="842657" y="40731"/>
                </a:cubicBezTo>
                <a:lnTo>
                  <a:pt x="842657" y="61097"/>
                </a:lnTo>
                <a:moveTo>
                  <a:pt x="781559" y="635414"/>
                </a:moveTo>
                <a:lnTo>
                  <a:pt x="61097" y="635414"/>
                </a:lnTo>
                <a:moveTo>
                  <a:pt x="781559" y="635414"/>
                </a:moveTo>
                <a:lnTo>
                  <a:pt x="801925" y="635414"/>
                </a:lnTo>
                <a:cubicBezTo>
                  <a:pt x="824420" y="635414"/>
                  <a:pt x="842657" y="617178"/>
                  <a:pt x="842657" y="594683"/>
                </a:cubicBezTo>
                <a:lnTo>
                  <a:pt x="842657" y="574317"/>
                </a:lnTo>
              </a:path>
            </a:pathLst>
          </a:custGeom>
          <a:noFill/>
          <a:ln w="1527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7497782" y="2553251"/>
            <a:ext cx="1214494" cy="808520"/>
            <a:chOff x="7497782" y="2553251"/>
            <a:chExt cx="1214494" cy="808520"/>
          </a:xfrm>
        </p:grpSpPr>
        <p:sp>
          <p:nvSpPr>
            <p:cNvPr id="10" name="Rounded Rectangle 9"/>
            <p:cNvSpPr/>
            <p:nvPr/>
          </p:nvSpPr>
          <p:spPr>
            <a:xfrm>
              <a:off x="7497782" y="2634718"/>
              <a:ext cx="1214494" cy="645594"/>
            </a:xfrm>
            <a:custGeom>
              <a:avLst/>
              <a:gdLst/>
              <a:ahLst/>
              <a:cxnLst/>
              <a:rect l="0" t="0" r="0" b="0"/>
              <a:pathLst>
                <a:path w="1214494" h="645594">
                  <a:moveTo>
                    <a:pt x="0" y="9"/>
                  </a:moveTo>
                  <a:cubicBezTo>
                    <a:pt x="0" y="302609"/>
                    <a:pt x="0" y="645594"/>
                    <a:pt x="0" y="645594"/>
                  </a:cubicBezTo>
                  <a:lnTo>
                    <a:pt x="1214494" y="645594"/>
                  </a:lnTo>
                  <a:cubicBezTo>
                    <a:pt x="1214494" y="645594"/>
                    <a:pt x="1214494" y="341556"/>
                    <a:pt x="1214494" y="0"/>
                  </a:cubicBezTo>
                  <a:lnTo>
                    <a:pt x="0" y="0"/>
                  </a:ln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97782" y="2553251"/>
              <a:ext cx="1214494" cy="808520"/>
            </a:xfrm>
            <a:custGeom>
              <a:avLst/>
              <a:gdLst/>
              <a:ahLst/>
              <a:cxnLst/>
              <a:rect l="0" t="0" r="0" b="0"/>
              <a:pathLst>
                <a:path w="1214494" h="808520">
                  <a:moveTo>
                    <a:pt x="1214494" y="81467"/>
                  </a:moveTo>
                  <a:cubicBezTo>
                    <a:pt x="1214494" y="36471"/>
                    <a:pt x="942622" y="0"/>
                    <a:pt x="607247" y="0"/>
                  </a:cubicBezTo>
                  <a:cubicBezTo>
                    <a:pt x="271872" y="0"/>
                    <a:pt x="0" y="36471"/>
                    <a:pt x="0" y="81467"/>
                  </a:cubicBezTo>
                  <a:lnTo>
                    <a:pt x="1214494" y="81467"/>
                  </a:lnTo>
                  <a:moveTo>
                    <a:pt x="1214494" y="727062"/>
                  </a:moveTo>
                  <a:cubicBezTo>
                    <a:pt x="1214494" y="772048"/>
                    <a:pt x="942622" y="808520"/>
                    <a:pt x="607247" y="808520"/>
                  </a:cubicBezTo>
                  <a:cubicBezTo>
                    <a:pt x="271872" y="808520"/>
                    <a:pt x="0" y="772048"/>
                    <a:pt x="0" y="727062"/>
                  </a:cubicBezTo>
                  <a:lnTo>
                    <a:pt x="1214494" y="727062"/>
                  </a:lnTo>
                </a:path>
              </a:pathLst>
            </a:custGeom>
            <a:solidFill>
              <a:srgbClr val="14BAB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497779" y="2553251"/>
            <a:ext cx="1214498" cy="808524"/>
            <a:chOff x="7497779" y="2553251"/>
            <a:chExt cx="1214498" cy="808524"/>
          </a:xfrm>
        </p:grpSpPr>
        <p:sp>
          <p:nvSpPr>
            <p:cNvPr id="13" name="Rounded Rectangle 12"/>
            <p:cNvSpPr/>
            <p:nvPr/>
          </p:nvSpPr>
          <p:spPr>
            <a:xfrm>
              <a:off x="7497779" y="2634714"/>
              <a:ext cx="1214498" cy="645597"/>
            </a:xfrm>
            <a:custGeom>
              <a:avLst/>
              <a:gdLst/>
              <a:ahLst/>
              <a:cxnLst/>
              <a:rect l="0" t="0" r="0" b="0"/>
              <a:pathLst>
                <a:path w="1214498" h="645597">
                  <a:moveTo>
                    <a:pt x="5" y="6"/>
                  </a:moveTo>
                  <a:cubicBezTo>
                    <a:pt x="0" y="211827"/>
                    <a:pt x="3" y="440861"/>
                    <a:pt x="5" y="645597"/>
                  </a:cubicBezTo>
                  <a:moveTo>
                    <a:pt x="1214498" y="645597"/>
                  </a:moveTo>
                  <a:cubicBezTo>
                    <a:pt x="1214498" y="440861"/>
                    <a:pt x="1214498" y="239093"/>
                    <a:pt x="1214498" y="0"/>
                  </a:cubicBezTo>
                </a:path>
              </a:pathLst>
            </a:custGeom>
            <a:noFill/>
            <a:ln w="1527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497782" y="2553251"/>
              <a:ext cx="1214495" cy="808524"/>
            </a:xfrm>
            <a:custGeom>
              <a:avLst/>
              <a:gdLst/>
              <a:ahLst/>
              <a:cxnLst/>
              <a:rect l="0" t="0" r="0" b="0"/>
              <a:pathLst>
                <a:path w="1214495" h="808524">
                  <a:moveTo>
                    <a:pt x="1214495" y="81463"/>
                  </a:moveTo>
                  <a:cubicBezTo>
                    <a:pt x="1214495" y="36472"/>
                    <a:pt x="942621" y="0"/>
                    <a:pt x="607247" y="0"/>
                  </a:cubicBezTo>
                  <a:cubicBezTo>
                    <a:pt x="271874" y="0"/>
                    <a:pt x="0" y="36472"/>
                    <a:pt x="0" y="81463"/>
                  </a:cubicBezTo>
                  <a:moveTo>
                    <a:pt x="1214495" y="81463"/>
                  </a:moveTo>
                  <a:cubicBezTo>
                    <a:pt x="1214495" y="126454"/>
                    <a:pt x="942621" y="162926"/>
                    <a:pt x="607247" y="162926"/>
                  </a:cubicBezTo>
                  <a:cubicBezTo>
                    <a:pt x="271874" y="162926"/>
                    <a:pt x="0" y="126454"/>
                    <a:pt x="0" y="81463"/>
                  </a:cubicBezTo>
                  <a:moveTo>
                    <a:pt x="1214495" y="727061"/>
                  </a:moveTo>
                  <a:cubicBezTo>
                    <a:pt x="1214495" y="772052"/>
                    <a:pt x="942621" y="808524"/>
                    <a:pt x="607247" y="808524"/>
                  </a:cubicBezTo>
                  <a:cubicBezTo>
                    <a:pt x="271874" y="808524"/>
                    <a:pt x="0" y="772052"/>
                    <a:pt x="0" y="727061"/>
                  </a:cubicBezTo>
                </a:path>
              </a:pathLst>
            </a:custGeom>
            <a:noFill/>
            <a:ln w="15273">
              <a:solidFill>
                <a:srgbClr val="F2F9F9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447879" y="2918460"/>
            <a:ext cx="713423" cy="78105"/>
            <a:chOff x="1447879" y="2918460"/>
            <a:chExt cx="713423" cy="78105"/>
          </a:xfrm>
        </p:grpSpPr>
        <p:sp>
          <p:nvSpPr>
            <p:cNvPr id="16" name="Rounded Rectangle 15"/>
            <p:cNvSpPr/>
            <p:nvPr/>
          </p:nvSpPr>
          <p:spPr>
            <a:xfrm>
              <a:off x="1447879" y="2957512"/>
              <a:ext cx="693800" cy="9525"/>
            </a:xfrm>
            <a:custGeom>
              <a:avLst/>
              <a:gdLst/>
              <a:ahLst/>
              <a:cxnLst/>
              <a:rect l="0" t="0" r="0" b="0"/>
              <a:pathLst>
                <a:path w="693800" h="9525">
                  <a:moveTo>
                    <a:pt x="0" y="0"/>
                  </a:moveTo>
                  <a:lnTo>
                    <a:pt x="693800" y="0"/>
                  </a:lnTo>
                </a:path>
              </a:pathLst>
            </a:custGeom>
            <a:noFill/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092722" y="2918460"/>
              <a:ext cx="68580" cy="78105"/>
            </a:xfrm>
            <a:custGeom>
              <a:avLst/>
              <a:gdLst/>
              <a:ahLst/>
              <a:cxnLst/>
              <a:rect l="0" t="0" r="0" b="0"/>
              <a:pathLst>
                <a:path w="68580" h="78105">
                  <a:moveTo>
                    <a:pt x="68580" y="39052"/>
                  </a:moveTo>
                  <a:lnTo>
                    <a:pt x="0" y="78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6661"/>
            </a:solidFill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21593" y="2918460"/>
            <a:ext cx="713422" cy="78105"/>
            <a:chOff x="3221593" y="2918460"/>
            <a:chExt cx="713422" cy="78105"/>
          </a:xfrm>
        </p:grpSpPr>
        <p:sp>
          <p:nvSpPr>
            <p:cNvPr id="19" name="Rounded Rectangle 18"/>
            <p:cNvSpPr/>
            <p:nvPr/>
          </p:nvSpPr>
          <p:spPr>
            <a:xfrm>
              <a:off x="3221593" y="2957512"/>
              <a:ext cx="693800" cy="9525"/>
            </a:xfrm>
            <a:custGeom>
              <a:avLst/>
              <a:gdLst/>
              <a:ahLst/>
              <a:cxnLst/>
              <a:rect l="0" t="0" r="0" b="0"/>
              <a:pathLst>
                <a:path w="693800" h="9525">
                  <a:moveTo>
                    <a:pt x="0" y="0"/>
                  </a:moveTo>
                  <a:lnTo>
                    <a:pt x="693800" y="0"/>
                  </a:lnTo>
                </a:path>
              </a:pathLst>
            </a:custGeom>
            <a:noFill/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866435" y="2918460"/>
              <a:ext cx="68580" cy="78105"/>
            </a:xfrm>
            <a:custGeom>
              <a:avLst/>
              <a:gdLst/>
              <a:ahLst/>
              <a:cxnLst/>
              <a:rect l="0" t="0" r="0" b="0"/>
              <a:pathLst>
                <a:path w="68580" h="78105">
                  <a:moveTo>
                    <a:pt x="68580" y="39052"/>
                  </a:moveTo>
                  <a:lnTo>
                    <a:pt x="0" y="78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6661"/>
            </a:solidFill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188783" y="2918460"/>
            <a:ext cx="713422" cy="78105"/>
            <a:chOff x="5188783" y="2918460"/>
            <a:chExt cx="713422" cy="78105"/>
          </a:xfrm>
        </p:grpSpPr>
        <p:sp>
          <p:nvSpPr>
            <p:cNvPr id="22" name="Rounded Rectangle 21"/>
            <p:cNvSpPr/>
            <p:nvPr/>
          </p:nvSpPr>
          <p:spPr>
            <a:xfrm>
              <a:off x="5188783" y="2957512"/>
              <a:ext cx="693800" cy="9525"/>
            </a:xfrm>
            <a:custGeom>
              <a:avLst/>
              <a:gdLst/>
              <a:ahLst/>
              <a:cxnLst/>
              <a:rect l="0" t="0" r="0" b="0"/>
              <a:pathLst>
                <a:path w="693800" h="9525">
                  <a:moveTo>
                    <a:pt x="0" y="0"/>
                  </a:moveTo>
                  <a:lnTo>
                    <a:pt x="693800" y="0"/>
                  </a:lnTo>
                </a:path>
              </a:pathLst>
            </a:custGeom>
            <a:noFill/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833625" y="2918460"/>
              <a:ext cx="68580" cy="78105"/>
            </a:xfrm>
            <a:custGeom>
              <a:avLst/>
              <a:gdLst/>
              <a:ahLst/>
              <a:cxnLst/>
              <a:rect l="0" t="0" r="0" b="0"/>
              <a:pathLst>
                <a:path w="68580" h="78105">
                  <a:moveTo>
                    <a:pt x="68580" y="39052"/>
                  </a:moveTo>
                  <a:lnTo>
                    <a:pt x="0" y="78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6661"/>
            </a:solidFill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764611" y="2918460"/>
            <a:ext cx="713422" cy="78105"/>
            <a:chOff x="6764611" y="2918460"/>
            <a:chExt cx="713422" cy="78105"/>
          </a:xfrm>
        </p:grpSpPr>
        <p:sp>
          <p:nvSpPr>
            <p:cNvPr id="25" name="Rounded Rectangle 24"/>
            <p:cNvSpPr/>
            <p:nvPr/>
          </p:nvSpPr>
          <p:spPr>
            <a:xfrm>
              <a:off x="6764611" y="2957512"/>
              <a:ext cx="693800" cy="9525"/>
            </a:xfrm>
            <a:custGeom>
              <a:avLst/>
              <a:gdLst/>
              <a:ahLst/>
              <a:cxnLst/>
              <a:rect l="0" t="0" r="0" b="0"/>
              <a:pathLst>
                <a:path w="693800" h="9525">
                  <a:moveTo>
                    <a:pt x="0" y="0"/>
                  </a:moveTo>
                  <a:lnTo>
                    <a:pt x="693800" y="0"/>
                  </a:lnTo>
                </a:path>
              </a:pathLst>
            </a:custGeom>
            <a:noFill/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09453" y="2918460"/>
              <a:ext cx="68580" cy="78105"/>
            </a:xfrm>
            <a:custGeom>
              <a:avLst/>
              <a:gdLst/>
              <a:ahLst/>
              <a:cxnLst/>
              <a:rect l="0" t="0" r="0" b="0"/>
              <a:pathLst>
                <a:path w="68580" h="78105">
                  <a:moveTo>
                    <a:pt x="68580" y="39052"/>
                  </a:moveTo>
                  <a:lnTo>
                    <a:pt x="0" y="78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6661"/>
            </a:solidFill>
            <a:ln w="15273">
              <a:solidFill>
                <a:srgbClr val="19666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99662" y="371475"/>
            <a:ext cx="6944677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196661"/>
                </a:solidFill>
                <a:latin typeface="Funnel Display"/>
              </a:rPr>
              <a:t>Security Architecture Overview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72965" y="2658111"/>
            <a:ext cx="733663" cy="293321"/>
            <a:chOff x="572965" y="2658111"/>
            <a:chExt cx="733663" cy="293321"/>
          </a:xfrm>
        </p:grpSpPr>
        <p:sp>
          <p:nvSpPr>
            <p:cNvPr id="29" name="TextBox 28"/>
            <p:cNvSpPr txBox="1"/>
            <p:nvPr/>
          </p:nvSpPr>
          <p:spPr>
            <a:xfrm>
              <a:off x="517941" y="2658111"/>
              <a:ext cx="843712" cy="1466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96661"/>
                  </a:solidFill>
                  <a:latin typeface="Funnel Display"/>
                </a:rPr>
                <a:t>Security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7941" y="2804795"/>
              <a:ext cx="843712" cy="1466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900" b="1">
                  <a:solidFill>
                    <a:srgbClr val="196661"/>
                  </a:solidFill>
                  <a:latin typeface="Funnel Display"/>
                </a:rPr>
                <a:t>Architecture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230311" y="2731454"/>
            <a:ext cx="942022" cy="146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196661"/>
                </a:solidFill>
                <a:latin typeface="Funnel Display"/>
              </a:rPr>
              <a:t>Edge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9515" y="2731454"/>
            <a:ext cx="1164525" cy="146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196661"/>
                </a:solidFill>
                <a:latin typeface="Funnel Display"/>
              </a:rPr>
              <a:t>Identity &amp;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6058" y="2731454"/>
            <a:ext cx="714458" cy="146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196661"/>
                </a:solidFill>
                <a:latin typeface="Funnel Display"/>
              </a:rPr>
              <a:t>Core Logic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606" y="3012525"/>
            <a:ext cx="235223" cy="227529"/>
          </a:xfrm>
          <a:custGeom>
            <a:avLst/>
            <a:gdLst/>
            <a:ahLst/>
            <a:cxnLst/>
            <a:rect l="0" t="0" r="0" b="0"/>
            <a:pathLst>
              <a:path w="235223" h="227529">
                <a:moveTo>
                  <a:pt x="124196" y="160056"/>
                </a:moveTo>
                <a:cubicBezTo>
                  <a:pt x="122920" y="160557"/>
                  <a:pt x="121498" y="160557"/>
                  <a:pt x="120205" y="160056"/>
                </a:cubicBezTo>
                <a:cubicBezTo>
                  <a:pt x="99735" y="152156"/>
                  <a:pt x="86229" y="132477"/>
                  <a:pt x="86196" y="110521"/>
                </a:cubicBezTo>
                <a:lnTo>
                  <a:pt x="86196" y="94348"/>
                </a:lnTo>
                <a:cubicBezTo>
                  <a:pt x="86196" y="91295"/>
                  <a:pt x="88684" y="88807"/>
                  <a:pt x="91738" y="88807"/>
                </a:cubicBezTo>
                <a:lnTo>
                  <a:pt x="152663" y="88807"/>
                </a:lnTo>
                <a:cubicBezTo>
                  <a:pt x="155717" y="88807"/>
                  <a:pt x="158205" y="91295"/>
                  <a:pt x="158205" y="94348"/>
                </a:cubicBezTo>
                <a:lnTo>
                  <a:pt x="158205" y="110521"/>
                </a:lnTo>
                <a:cubicBezTo>
                  <a:pt x="158189" y="132461"/>
                  <a:pt x="144666" y="152140"/>
                  <a:pt x="124196" y="160039"/>
                </a:cubicBezTo>
                <a:close/>
                <a:moveTo>
                  <a:pt x="46362" y="118447"/>
                </a:moveTo>
                <a:cubicBezTo>
                  <a:pt x="46357" y="160338"/>
                  <a:pt x="80314" y="194300"/>
                  <a:pt x="122205" y="194300"/>
                </a:cubicBezTo>
                <a:cubicBezTo>
                  <a:pt x="164096" y="194300"/>
                  <a:pt x="198053" y="160338"/>
                  <a:pt x="198047" y="118447"/>
                </a:cubicBezTo>
                <a:cubicBezTo>
                  <a:pt x="198053" y="76557"/>
                  <a:pt x="164096" y="42594"/>
                  <a:pt x="122205" y="42594"/>
                </a:cubicBezTo>
                <a:cubicBezTo>
                  <a:pt x="80314" y="42594"/>
                  <a:pt x="46357" y="76557"/>
                  <a:pt x="46362" y="118447"/>
                </a:cubicBezTo>
                <a:moveTo>
                  <a:pt x="204911" y="32015"/>
                </a:moveTo>
                <a:cubicBezTo>
                  <a:pt x="204911" y="40383"/>
                  <a:pt x="211694" y="47167"/>
                  <a:pt x="220063" y="47167"/>
                </a:cubicBezTo>
                <a:cubicBezTo>
                  <a:pt x="228431" y="47167"/>
                  <a:pt x="235215" y="40383"/>
                  <a:pt x="235215" y="32015"/>
                </a:cubicBezTo>
                <a:cubicBezTo>
                  <a:pt x="235215" y="23646"/>
                  <a:pt x="228431" y="16862"/>
                  <a:pt x="220063" y="16862"/>
                </a:cubicBezTo>
                <a:cubicBezTo>
                  <a:pt x="211694" y="16862"/>
                  <a:pt x="204911" y="23646"/>
                  <a:pt x="204911" y="32015"/>
                </a:cubicBezTo>
                <a:moveTo>
                  <a:pt x="39479" y="32015"/>
                </a:moveTo>
                <a:cubicBezTo>
                  <a:pt x="39479" y="40383"/>
                  <a:pt x="32695" y="47167"/>
                  <a:pt x="24327" y="47167"/>
                </a:cubicBezTo>
                <a:cubicBezTo>
                  <a:pt x="15958" y="47167"/>
                  <a:pt x="9174" y="40383"/>
                  <a:pt x="9174" y="32015"/>
                </a:cubicBezTo>
                <a:cubicBezTo>
                  <a:pt x="9174" y="23646"/>
                  <a:pt x="15958" y="16862"/>
                  <a:pt x="24327" y="16862"/>
                </a:cubicBezTo>
                <a:cubicBezTo>
                  <a:pt x="32695" y="16862"/>
                  <a:pt x="39479" y="23646"/>
                  <a:pt x="39479" y="32015"/>
                </a:cubicBezTo>
                <a:moveTo>
                  <a:pt x="0" y="0"/>
                </a:moveTo>
                <a:moveTo>
                  <a:pt x="82736" y="183292"/>
                </a:moveTo>
                <a:lnTo>
                  <a:pt x="67286" y="205143"/>
                </a:lnTo>
                <a:lnTo>
                  <a:pt x="9387" y="205142"/>
                </a:lnTo>
                <a:moveTo>
                  <a:pt x="0" y="0"/>
                </a:moveTo>
                <a:moveTo>
                  <a:pt x="164836" y="181542"/>
                </a:moveTo>
                <a:lnTo>
                  <a:pt x="181439" y="205142"/>
                </a:lnTo>
                <a:lnTo>
                  <a:pt x="235223" y="205143"/>
                </a:lnTo>
                <a:moveTo>
                  <a:pt x="82418" y="53619"/>
                </a:moveTo>
                <a:lnTo>
                  <a:pt x="67277" y="32010"/>
                </a:lnTo>
                <a:lnTo>
                  <a:pt x="39465" y="32010"/>
                </a:lnTo>
                <a:moveTo>
                  <a:pt x="0" y="0"/>
                </a:moveTo>
                <a:moveTo>
                  <a:pt x="161971" y="53778"/>
                </a:moveTo>
                <a:lnTo>
                  <a:pt x="177102" y="32010"/>
                </a:lnTo>
                <a:lnTo>
                  <a:pt x="204915" y="32010"/>
                </a:lnTo>
                <a:moveTo>
                  <a:pt x="0" y="0"/>
                </a:moveTo>
                <a:moveTo>
                  <a:pt x="212827" y="182756"/>
                </a:moveTo>
                <a:lnTo>
                  <a:pt x="235214" y="205143"/>
                </a:lnTo>
                <a:lnTo>
                  <a:pt x="212827" y="227529"/>
                </a:lnTo>
                <a:moveTo>
                  <a:pt x="31563" y="227529"/>
                </a:moveTo>
                <a:lnTo>
                  <a:pt x="9176" y="205143"/>
                </a:lnTo>
                <a:lnTo>
                  <a:pt x="31563" y="182756"/>
                </a:lnTo>
              </a:path>
            </a:pathLst>
          </a:custGeom>
          <a:noFill/>
          <a:ln w="1527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579126" y="2939183"/>
            <a:ext cx="235223" cy="227529"/>
          </a:xfrm>
          <a:custGeom>
            <a:avLst/>
            <a:gdLst/>
            <a:ahLst/>
            <a:cxnLst/>
            <a:rect l="0" t="0" r="0" b="0"/>
            <a:pathLst>
              <a:path w="235223" h="227529">
                <a:moveTo>
                  <a:pt x="101259" y="156083"/>
                </a:moveTo>
                <a:cubicBezTo>
                  <a:pt x="95676" y="156083"/>
                  <a:pt x="90791" y="151896"/>
                  <a:pt x="90791" y="145615"/>
                </a:cubicBezTo>
                <a:lnTo>
                  <a:pt x="90791" y="119710"/>
                </a:lnTo>
                <a:cubicBezTo>
                  <a:pt x="90791" y="114127"/>
                  <a:pt x="95676" y="109242"/>
                  <a:pt x="101259" y="109242"/>
                </a:cubicBezTo>
                <a:lnTo>
                  <a:pt x="143130" y="109242"/>
                </a:lnTo>
                <a:cubicBezTo>
                  <a:pt x="148713" y="109242"/>
                  <a:pt x="153598" y="114127"/>
                  <a:pt x="153598" y="119710"/>
                </a:cubicBezTo>
                <a:lnTo>
                  <a:pt x="153598" y="145615"/>
                </a:lnTo>
                <a:cubicBezTo>
                  <a:pt x="153598" y="151199"/>
                  <a:pt x="148713" y="156083"/>
                  <a:pt x="143130" y="156083"/>
                </a:cubicBezTo>
                <a:close/>
                <a:moveTo>
                  <a:pt x="122198" y="72933"/>
                </a:moveTo>
                <a:cubicBezTo>
                  <a:pt x="134061" y="72933"/>
                  <a:pt x="143134" y="82703"/>
                  <a:pt x="143134" y="93869"/>
                </a:cubicBezTo>
                <a:lnTo>
                  <a:pt x="143134" y="109244"/>
                </a:lnTo>
                <a:lnTo>
                  <a:pt x="101262" y="109244"/>
                </a:lnTo>
                <a:lnTo>
                  <a:pt x="101262" y="93869"/>
                </a:lnTo>
                <a:cubicBezTo>
                  <a:pt x="101262" y="82006"/>
                  <a:pt x="110335" y="72933"/>
                  <a:pt x="122198" y="72933"/>
                </a:cubicBezTo>
                <a:close/>
                <a:moveTo>
                  <a:pt x="46362" y="118447"/>
                </a:moveTo>
                <a:cubicBezTo>
                  <a:pt x="46357" y="160338"/>
                  <a:pt x="80314" y="194300"/>
                  <a:pt x="122205" y="194300"/>
                </a:cubicBezTo>
                <a:cubicBezTo>
                  <a:pt x="164096" y="194300"/>
                  <a:pt x="198053" y="160338"/>
                  <a:pt x="198047" y="118447"/>
                </a:cubicBezTo>
                <a:cubicBezTo>
                  <a:pt x="198053" y="76557"/>
                  <a:pt x="164096" y="42594"/>
                  <a:pt x="122205" y="42594"/>
                </a:cubicBezTo>
                <a:cubicBezTo>
                  <a:pt x="80314" y="42594"/>
                  <a:pt x="46357" y="76557"/>
                  <a:pt x="46362" y="118447"/>
                </a:cubicBezTo>
                <a:moveTo>
                  <a:pt x="204911" y="32015"/>
                </a:moveTo>
                <a:cubicBezTo>
                  <a:pt x="204911" y="40383"/>
                  <a:pt x="211694" y="47167"/>
                  <a:pt x="220063" y="47167"/>
                </a:cubicBezTo>
                <a:cubicBezTo>
                  <a:pt x="228431" y="47167"/>
                  <a:pt x="235215" y="40383"/>
                  <a:pt x="235215" y="32015"/>
                </a:cubicBezTo>
                <a:cubicBezTo>
                  <a:pt x="235215" y="23646"/>
                  <a:pt x="228431" y="16862"/>
                  <a:pt x="220063" y="16862"/>
                </a:cubicBezTo>
                <a:cubicBezTo>
                  <a:pt x="211694" y="16862"/>
                  <a:pt x="204911" y="23646"/>
                  <a:pt x="204911" y="32015"/>
                </a:cubicBezTo>
                <a:moveTo>
                  <a:pt x="39479" y="32015"/>
                </a:moveTo>
                <a:cubicBezTo>
                  <a:pt x="39479" y="40383"/>
                  <a:pt x="32695" y="47167"/>
                  <a:pt x="24327" y="47167"/>
                </a:cubicBezTo>
                <a:cubicBezTo>
                  <a:pt x="15958" y="47167"/>
                  <a:pt x="9174" y="40383"/>
                  <a:pt x="9174" y="32015"/>
                </a:cubicBezTo>
                <a:cubicBezTo>
                  <a:pt x="9174" y="23646"/>
                  <a:pt x="15958" y="16862"/>
                  <a:pt x="24327" y="16862"/>
                </a:cubicBezTo>
                <a:cubicBezTo>
                  <a:pt x="32695" y="16862"/>
                  <a:pt x="39479" y="23646"/>
                  <a:pt x="39479" y="32015"/>
                </a:cubicBezTo>
                <a:moveTo>
                  <a:pt x="0" y="0"/>
                </a:moveTo>
                <a:moveTo>
                  <a:pt x="82736" y="183292"/>
                </a:moveTo>
                <a:lnTo>
                  <a:pt x="67286" y="205143"/>
                </a:lnTo>
                <a:lnTo>
                  <a:pt x="9387" y="205142"/>
                </a:lnTo>
                <a:moveTo>
                  <a:pt x="0" y="0"/>
                </a:moveTo>
                <a:moveTo>
                  <a:pt x="164836" y="181542"/>
                </a:moveTo>
                <a:lnTo>
                  <a:pt x="181439" y="205142"/>
                </a:lnTo>
                <a:lnTo>
                  <a:pt x="235223" y="205143"/>
                </a:lnTo>
                <a:moveTo>
                  <a:pt x="82418" y="53619"/>
                </a:moveTo>
                <a:lnTo>
                  <a:pt x="67277" y="32010"/>
                </a:lnTo>
                <a:lnTo>
                  <a:pt x="39465" y="32010"/>
                </a:lnTo>
                <a:moveTo>
                  <a:pt x="0" y="0"/>
                </a:moveTo>
                <a:moveTo>
                  <a:pt x="161971" y="53778"/>
                </a:moveTo>
                <a:lnTo>
                  <a:pt x="177102" y="32010"/>
                </a:lnTo>
                <a:lnTo>
                  <a:pt x="204915" y="32010"/>
                </a:lnTo>
                <a:moveTo>
                  <a:pt x="0" y="0"/>
                </a:moveTo>
                <a:moveTo>
                  <a:pt x="212827" y="182756"/>
                </a:moveTo>
                <a:lnTo>
                  <a:pt x="235214" y="205143"/>
                </a:lnTo>
                <a:lnTo>
                  <a:pt x="212827" y="227529"/>
                </a:lnTo>
                <a:moveTo>
                  <a:pt x="31563" y="227529"/>
                </a:moveTo>
                <a:lnTo>
                  <a:pt x="9176" y="205143"/>
                </a:lnTo>
                <a:lnTo>
                  <a:pt x="31563" y="182756"/>
                </a:lnTo>
              </a:path>
            </a:pathLst>
          </a:custGeom>
          <a:noFill/>
          <a:ln w="1527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49578" y="2939183"/>
            <a:ext cx="213841" cy="239298"/>
          </a:xfrm>
          <a:custGeom>
            <a:avLst/>
            <a:gdLst/>
            <a:ahLst/>
            <a:cxnLst/>
            <a:rect l="0" t="0" r="0" b="0"/>
            <a:pathLst>
              <a:path w="213841" h="239298">
                <a:moveTo>
                  <a:pt x="0" y="0"/>
                </a:moveTo>
                <a:moveTo>
                  <a:pt x="40731" y="198567"/>
                </a:moveTo>
                <a:lnTo>
                  <a:pt x="213841" y="198567"/>
                </a:lnTo>
                <a:moveTo>
                  <a:pt x="152743" y="45823"/>
                </a:moveTo>
                <a:lnTo>
                  <a:pt x="203658" y="45823"/>
                </a:lnTo>
                <a:cubicBezTo>
                  <a:pt x="209282" y="45823"/>
                  <a:pt x="213841" y="50382"/>
                  <a:pt x="213841" y="56006"/>
                </a:cubicBezTo>
                <a:lnTo>
                  <a:pt x="213841" y="229115"/>
                </a:lnTo>
                <a:cubicBezTo>
                  <a:pt x="213841" y="234739"/>
                  <a:pt x="209282" y="239298"/>
                  <a:pt x="203658" y="239298"/>
                </a:cubicBezTo>
                <a:lnTo>
                  <a:pt x="50914" y="239298"/>
                </a:lnTo>
                <a:cubicBezTo>
                  <a:pt x="45290" y="239298"/>
                  <a:pt x="40731" y="234739"/>
                  <a:pt x="40731" y="229115"/>
                </a:cubicBezTo>
                <a:lnTo>
                  <a:pt x="40731" y="56006"/>
                </a:lnTo>
                <a:cubicBezTo>
                  <a:pt x="40731" y="50382"/>
                  <a:pt x="45290" y="45823"/>
                  <a:pt x="50914" y="45823"/>
                </a:cubicBezTo>
                <a:lnTo>
                  <a:pt x="101829" y="45823"/>
                </a:lnTo>
                <a:moveTo>
                  <a:pt x="76748" y="173109"/>
                </a:moveTo>
                <a:cubicBezTo>
                  <a:pt x="80903" y="166694"/>
                  <a:pt x="94701" y="162030"/>
                  <a:pt x="111930" y="155646"/>
                </a:cubicBezTo>
                <a:cubicBezTo>
                  <a:pt x="116798" y="153833"/>
                  <a:pt x="116003" y="141125"/>
                  <a:pt x="113845" y="138752"/>
                </a:cubicBezTo>
                <a:cubicBezTo>
                  <a:pt x="106900" y="131230"/>
                  <a:pt x="103499" y="121101"/>
                  <a:pt x="104497" y="110912"/>
                </a:cubicBezTo>
                <a:cubicBezTo>
                  <a:pt x="103928" y="102406"/>
                  <a:pt x="108143" y="94292"/>
                  <a:pt x="115428" y="89867"/>
                </a:cubicBezTo>
                <a:cubicBezTo>
                  <a:pt x="122714" y="85441"/>
                  <a:pt x="131858" y="85441"/>
                  <a:pt x="139144" y="89867"/>
                </a:cubicBezTo>
                <a:cubicBezTo>
                  <a:pt x="146429" y="94292"/>
                  <a:pt x="150644" y="102406"/>
                  <a:pt x="150075" y="110912"/>
                </a:cubicBezTo>
                <a:cubicBezTo>
                  <a:pt x="151073" y="121101"/>
                  <a:pt x="147672" y="131230"/>
                  <a:pt x="140728" y="138752"/>
                </a:cubicBezTo>
                <a:cubicBezTo>
                  <a:pt x="138569" y="141125"/>
                  <a:pt x="137775" y="153833"/>
                  <a:pt x="142642" y="155646"/>
                </a:cubicBezTo>
                <a:cubicBezTo>
                  <a:pt x="159892" y="162030"/>
                  <a:pt x="173669" y="166694"/>
                  <a:pt x="177824" y="173109"/>
                </a:cubicBezTo>
                <a:moveTo>
                  <a:pt x="152743" y="61097"/>
                </a:moveTo>
                <a:cubicBezTo>
                  <a:pt x="152743" y="63909"/>
                  <a:pt x="150464" y="66189"/>
                  <a:pt x="147652" y="66189"/>
                </a:cubicBezTo>
                <a:lnTo>
                  <a:pt x="106920" y="66189"/>
                </a:lnTo>
                <a:cubicBezTo>
                  <a:pt x="104108" y="66189"/>
                  <a:pt x="101829" y="63909"/>
                  <a:pt x="101829" y="61097"/>
                </a:cubicBezTo>
                <a:lnTo>
                  <a:pt x="101829" y="30548"/>
                </a:lnTo>
                <a:cubicBezTo>
                  <a:pt x="101829" y="16489"/>
                  <a:pt x="113226" y="5091"/>
                  <a:pt x="127286" y="5091"/>
                </a:cubicBezTo>
                <a:cubicBezTo>
                  <a:pt x="141346" y="5091"/>
                  <a:pt x="152743" y="16489"/>
                  <a:pt x="152743" y="30548"/>
                </a:cubicBezTo>
                <a:close/>
              </a:path>
            </a:pathLst>
          </a:custGeom>
          <a:noFill/>
          <a:ln w="1527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29234" y="2947327"/>
            <a:ext cx="229115" cy="229115"/>
          </a:xfrm>
          <a:custGeom>
            <a:avLst/>
            <a:gdLst/>
            <a:ahLst/>
            <a:cxnLst/>
            <a:rect l="0" t="0" r="0" b="0"/>
            <a:pathLst>
              <a:path w="229115" h="229115">
                <a:moveTo>
                  <a:pt x="114557" y="229115"/>
                </a:moveTo>
                <a:cubicBezTo>
                  <a:pt x="177826" y="229115"/>
                  <a:pt x="229115" y="177827"/>
                  <a:pt x="229115" y="114558"/>
                </a:cubicBezTo>
                <a:cubicBezTo>
                  <a:pt x="229115" y="51290"/>
                  <a:pt x="177826" y="0"/>
                  <a:pt x="114557" y="0"/>
                </a:cubicBezTo>
                <a:cubicBezTo>
                  <a:pt x="51289" y="0"/>
                  <a:pt x="0" y="51290"/>
                  <a:pt x="0" y="114558"/>
                </a:cubicBezTo>
                <a:cubicBezTo>
                  <a:pt x="0" y="177827"/>
                  <a:pt x="51289" y="229115"/>
                  <a:pt x="114557" y="229115"/>
                </a:cubicBezTo>
                <a:close/>
                <a:moveTo>
                  <a:pt x="98774" y="159873"/>
                </a:moveTo>
                <a:lnTo>
                  <a:pt x="90627" y="159873"/>
                </a:lnTo>
                <a:cubicBezTo>
                  <a:pt x="82481" y="159873"/>
                  <a:pt x="75353" y="153764"/>
                  <a:pt x="75353" y="146636"/>
                </a:cubicBezTo>
                <a:lnTo>
                  <a:pt x="75353" y="134416"/>
                </a:lnTo>
                <a:cubicBezTo>
                  <a:pt x="75353" y="129325"/>
                  <a:pt x="72298" y="125250"/>
                  <a:pt x="68225" y="123214"/>
                </a:cubicBezTo>
                <a:lnTo>
                  <a:pt x="51932" y="114050"/>
                </a:lnTo>
                <a:lnTo>
                  <a:pt x="68225" y="104886"/>
                </a:lnTo>
                <a:cubicBezTo>
                  <a:pt x="72298" y="101831"/>
                  <a:pt x="75353" y="97758"/>
                  <a:pt x="75353" y="93684"/>
                </a:cubicBezTo>
                <a:lnTo>
                  <a:pt x="75353" y="81464"/>
                </a:lnTo>
                <a:cubicBezTo>
                  <a:pt x="75353" y="74336"/>
                  <a:pt x="82481" y="68227"/>
                  <a:pt x="90627" y="68227"/>
                </a:cubicBezTo>
                <a:lnTo>
                  <a:pt x="98774" y="68227"/>
                </a:lnTo>
                <a:moveTo>
                  <a:pt x="129323" y="68227"/>
                </a:moveTo>
                <a:lnTo>
                  <a:pt x="137469" y="68227"/>
                </a:lnTo>
                <a:cubicBezTo>
                  <a:pt x="145615" y="68227"/>
                  <a:pt x="152743" y="74336"/>
                  <a:pt x="152743" y="81464"/>
                </a:cubicBezTo>
                <a:lnTo>
                  <a:pt x="152743" y="93684"/>
                </a:lnTo>
                <a:cubicBezTo>
                  <a:pt x="152743" y="97758"/>
                  <a:pt x="155798" y="101831"/>
                  <a:pt x="159871" y="104886"/>
                </a:cubicBezTo>
                <a:lnTo>
                  <a:pt x="176164" y="114050"/>
                </a:lnTo>
                <a:lnTo>
                  <a:pt x="159871" y="123214"/>
                </a:lnTo>
                <a:cubicBezTo>
                  <a:pt x="155798" y="125250"/>
                  <a:pt x="152743" y="129325"/>
                  <a:pt x="152743" y="134416"/>
                </a:cubicBezTo>
                <a:lnTo>
                  <a:pt x="152743" y="146636"/>
                </a:lnTo>
                <a:cubicBezTo>
                  <a:pt x="152743" y="153764"/>
                  <a:pt x="145615" y="159873"/>
                  <a:pt x="137469" y="159873"/>
                </a:cubicBezTo>
                <a:lnTo>
                  <a:pt x="129323" y="159873"/>
                </a:lnTo>
              </a:path>
            </a:pathLst>
          </a:custGeom>
          <a:noFill/>
          <a:ln w="1527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3999" y="2797643"/>
            <a:ext cx="1142070" cy="146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1">
                <a:solidFill>
                  <a:srgbClr val="196661"/>
                </a:solidFill>
                <a:latin typeface="Funnel Display"/>
              </a:rPr>
              <a:t>Data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88140" y="3010474"/>
            <a:ext cx="234207" cy="234197"/>
          </a:xfrm>
          <a:custGeom>
            <a:avLst/>
            <a:gdLst/>
            <a:ahLst/>
            <a:cxnLst/>
            <a:rect l="0" t="0" r="0" b="0"/>
            <a:pathLst>
              <a:path w="234207" h="234197">
                <a:moveTo>
                  <a:pt x="10" y="40731"/>
                </a:moveTo>
                <a:cubicBezTo>
                  <a:pt x="10" y="63227"/>
                  <a:pt x="43321" y="81463"/>
                  <a:pt x="96747" y="81463"/>
                </a:cubicBezTo>
                <a:cubicBezTo>
                  <a:pt x="150174" y="81463"/>
                  <a:pt x="193485" y="63227"/>
                  <a:pt x="193485" y="40731"/>
                </a:cubicBezTo>
                <a:cubicBezTo>
                  <a:pt x="193485" y="18236"/>
                  <a:pt x="150174" y="0"/>
                  <a:pt x="96747" y="0"/>
                </a:cubicBezTo>
                <a:cubicBezTo>
                  <a:pt x="43321" y="0"/>
                  <a:pt x="10" y="18236"/>
                  <a:pt x="10" y="40731"/>
                </a:cubicBezTo>
                <a:close/>
                <a:moveTo>
                  <a:pt x="106920" y="121971"/>
                </a:moveTo>
                <a:cubicBezTo>
                  <a:pt x="103560" y="122123"/>
                  <a:pt x="100179" y="122195"/>
                  <a:pt x="96737" y="122195"/>
                </a:cubicBezTo>
                <a:cubicBezTo>
                  <a:pt x="43318" y="122195"/>
                  <a:pt x="0" y="103967"/>
                  <a:pt x="0" y="81463"/>
                </a:cubicBezTo>
                <a:moveTo>
                  <a:pt x="106920" y="167794"/>
                </a:moveTo>
                <a:cubicBezTo>
                  <a:pt x="103560" y="167947"/>
                  <a:pt x="100179" y="168018"/>
                  <a:pt x="96737" y="168018"/>
                </a:cubicBezTo>
                <a:cubicBezTo>
                  <a:pt x="43318" y="168018"/>
                  <a:pt x="0" y="149790"/>
                  <a:pt x="0" y="127286"/>
                </a:cubicBezTo>
                <a:moveTo>
                  <a:pt x="193475" y="86554"/>
                </a:moveTo>
                <a:lnTo>
                  <a:pt x="193475" y="40731"/>
                </a:lnTo>
                <a:moveTo>
                  <a:pt x="0" y="40721"/>
                </a:moveTo>
                <a:lnTo>
                  <a:pt x="0" y="173099"/>
                </a:lnTo>
                <a:cubicBezTo>
                  <a:pt x="0" y="195603"/>
                  <a:pt x="43318" y="213831"/>
                  <a:pt x="96737" y="213831"/>
                </a:cubicBezTo>
                <a:cubicBezTo>
                  <a:pt x="100179" y="213831"/>
                  <a:pt x="103580" y="213760"/>
                  <a:pt x="106920" y="213607"/>
                </a:cubicBezTo>
                <a:moveTo>
                  <a:pt x="234207" y="224014"/>
                </a:moveTo>
                <a:cubicBezTo>
                  <a:pt x="234207" y="229638"/>
                  <a:pt x="229648" y="234197"/>
                  <a:pt x="224024" y="234197"/>
                </a:cubicBezTo>
                <a:lnTo>
                  <a:pt x="152743" y="234197"/>
                </a:lnTo>
                <a:cubicBezTo>
                  <a:pt x="147120" y="234197"/>
                  <a:pt x="142560" y="229638"/>
                  <a:pt x="142560" y="224014"/>
                </a:cubicBezTo>
                <a:lnTo>
                  <a:pt x="142560" y="162916"/>
                </a:lnTo>
                <a:cubicBezTo>
                  <a:pt x="142560" y="157292"/>
                  <a:pt x="147120" y="152733"/>
                  <a:pt x="152743" y="152733"/>
                </a:cubicBezTo>
                <a:lnTo>
                  <a:pt x="224024" y="152733"/>
                </a:lnTo>
                <a:cubicBezTo>
                  <a:pt x="229648" y="152733"/>
                  <a:pt x="234207" y="157292"/>
                  <a:pt x="234207" y="162916"/>
                </a:cubicBezTo>
                <a:close/>
                <a:moveTo>
                  <a:pt x="175655" y="194117"/>
                </a:moveTo>
                <a:cubicBezTo>
                  <a:pt x="175655" y="201147"/>
                  <a:pt x="181354" y="206845"/>
                  <a:pt x="188384" y="206845"/>
                </a:cubicBezTo>
                <a:cubicBezTo>
                  <a:pt x="195414" y="206845"/>
                  <a:pt x="201112" y="201147"/>
                  <a:pt x="201112" y="194117"/>
                </a:cubicBezTo>
                <a:cubicBezTo>
                  <a:pt x="201112" y="187087"/>
                  <a:pt x="195414" y="181388"/>
                  <a:pt x="188384" y="181388"/>
                </a:cubicBezTo>
                <a:cubicBezTo>
                  <a:pt x="181354" y="181388"/>
                  <a:pt x="175655" y="187087"/>
                  <a:pt x="175655" y="194117"/>
                </a:cubicBezTo>
                <a:close/>
                <a:moveTo>
                  <a:pt x="213841" y="137459"/>
                </a:moveTo>
                <a:cubicBezTo>
                  <a:pt x="213841" y="123399"/>
                  <a:pt x="202443" y="112002"/>
                  <a:pt x="188384" y="112002"/>
                </a:cubicBezTo>
                <a:cubicBezTo>
                  <a:pt x="174324" y="112002"/>
                  <a:pt x="162926" y="123399"/>
                  <a:pt x="162926" y="137459"/>
                </a:cubicBezTo>
                <a:lnTo>
                  <a:pt x="162926" y="152733"/>
                </a:lnTo>
                <a:lnTo>
                  <a:pt x="213841" y="152733"/>
                </a:lnTo>
                <a:close/>
              </a:path>
            </a:pathLst>
          </a:custGeom>
          <a:noFill/>
          <a:ln w="1527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530" y="1937305"/>
            <a:ext cx="1816446" cy="2384078"/>
          </a:xfrm>
          <a:custGeom>
            <a:avLst/>
            <a:gdLst/>
            <a:ahLst/>
            <a:cxnLst/>
            <a:rect l="0" t="0" r="0" b="0"/>
            <a:pathLst>
              <a:path w="1816446" h="2384078">
                <a:moveTo>
                  <a:pt x="1816446" y="1929974"/>
                </a:moveTo>
                <a:cubicBezTo>
                  <a:pt x="1816446" y="2242175"/>
                  <a:pt x="1750218" y="2327319"/>
                  <a:pt x="1750218" y="2327319"/>
                </a:cubicBezTo>
                <a:cubicBezTo>
                  <a:pt x="1513703" y="2384078"/>
                  <a:pt x="1255604" y="2384078"/>
                  <a:pt x="1012936" y="2384078"/>
                </a:cubicBezTo>
                <a:lnTo>
                  <a:pt x="0" y="2384078"/>
                </a:lnTo>
                <a:lnTo>
                  <a:pt x="0" y="454113"/>
                </a:lnTo>
                <a:cubicBezTo>
                  <a:pt x="0" y="203311"/>
                  <a:pt x="0" y="0"/>
                  <a:pt x="0" y="0"/>
                </a:cubicBezTo>
                <a:lnTo>
                  <a:pt x="1816446" y="0"/>
                </a:lnTo>
                <a:lnTo>
                  <a:pt x="1816446" y="1929974"/>
                </a:lnTo>
              </a:path>
            </a:pathLst>
          </a:custGeom>
          <a:solidFill>
            <a:srgbClr val="14BAB7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8530" y="1937304"/>
            <a:ext cx="1816443" cy="2384082"/>
          </a:xfrm>
          <a:custGeom>
            <a:avLst/>
            <a:gdLst/>
            <a:ahLst/>
            <a:cxnLst/>
            <a:rect l="0" t="0" r="0" b="0"/>
            <a:pathLst>
              <a:path w="1816443" h="2384082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1929971"/>
                </a:moveTo>
                <a:lnTo>
                  <a:pt x="1816443" y="454111"/>
                </a:lnTo>
                <a:moveTo>
                  <a:pt x="0" y="1929971"/>
                </a:moveTo>
                <a:lnTo>
                  <a:pt x="0" y="454111"/>
                </a:lnTo>
                <a:moveTo>
                  <a:pt x="0" y="1929971"/>
                </a:moveTo>
                <a:lnTo>
                  <a:pt x="0" y="2384082"/>
                </a:lnTo>
                <a:lnTo>
                  <a:pt x="1012935" y="2384082"/>
                </a:lnTo>
                <a:cubicBezTo>
                  <a:pt x="1255607" y="2384082"/>
                  <a:pt x="1513702" y="2384082"/>
                  <a:pt x="1750218" y="2327318"/>
                </a:cubicBezTo>
                <a:cubicBezTo>
                  <a:pt x="1750218" y="2327318"/>
                  <a:pt x="1816443" y="2242172"/>
                  <a:pt x="1816443" y="1929971"/>
                </a:cubicBezTo>
              </a:path>
            </a:pathLst>
          </a:custGeom>
          <a:noFill/>
          <a:ln w="141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42029" y="2050832"/>
            <a:ext cx="1816446" cy="1986734"/>
          </a:xfrm>
          <a:custGeom>
            <a:avLst/>
            <a:gdLst/>
            <a:ahLst/>
            <a:cxnLst/>
            <a:rect l="0" t="0" r="0" b="0"/>
            <a:pathLst>
              <a:path w="1816446" h="1986734">
                <a:moveTo>
                  <a:pt x="1816446" y="1986734"/>
                </a:moveTo>
                <a:lnTo>
                  <a:pt x="515607" y="1986734"/>
                </a:lnTo>
                <a:cubicBezTo>
                  <a:pt x="418785" y="1986734"/>
                  <a:pt x="249412" y="1980752"/>
                  <a:pt x="179755" y="1929974"/>
                </a:cubicBezTo>
                <a:lnTo>
                  <a:pt x="70951" y="1840096"/>
                </a:lnTo>
                <a:cubicBezTo>
                  <a:pt x="37842" y="1806978"/>
                  <a:pt x="7429" y="1768278"/>
                  <a:pt x="4267" y="1701165"/>
                </a:cubicBezTo>
                <a:cubicBezTo>
                  <a:pt x="2028" y="1653673"/>
                  <a:pt x="0" y="1599104"/>
                  <a:pt x="0" y="1557508"/>
                </a:cubicBezTo>
                <a:lnTo>
                  <a:pt x="0" y="454113"/>
                </a:lnTo>
                <a:cubicBezTo>
                  <a:pt x="0" y="203311"/>
                  <a:pt x="0" y="0"/>
                  <a:pt x="0" y="0"/>
                </a:cubicBezTo>
                <a:lnTo>
                  <a:pt x="1816446" y="0"/>
                </a:lnTo>
                <a:lnTo>
                  <a:pt x="1816446" y="1986734"/>
                </a:lnTo>
              </a:path>
            </a:pathLst>
          </a:custGeom>
          <a:solidFill>
            <a:srgbClr val="14BAB7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42029" y="2050832"/>
            <a:ext cx="1816443" cy="1986734"/>
          </a:xfrm>
          <a:custGeom>
            <a:avLst/>
            <a:gdLst/>
            <a:ahLst/>
            <a:cxnLst/>
            <a:rect l="0" t="0" r="0" b="0"/>
            <a:pathLst>
              <a:path w="1816443" h="1986734">
                <a:moveTo>
                  <a:pt x="1816443" y="454110"/>
                </a:moveTo>
                <a:lnTo>
                  <a:pt x="1816443" y="0"/>
                </a:lnTo>
                <a:lnTo>
                  <a:pt x="0" y="0"/>
                </a:lnTo>
                <a:lnTo>
                  <a:pt x="0" y="454109"/>
                </a:lnTo>
                <a:moveTo>
                  <a:pt x="1816443" y="1532624"/>
                </a:moveTo>
                <a:lnTo>
                  <a:pt x="1816443" y="454111"/>
                </a:lnTo>
                <a:moveTo>
                  <a:pt x="0" y="1532624"/>
                </a:moveTo>
                <a:lnTo>
                  <a:pt x="0" y="454111"/>
                </a:lnTo>
                <a:moveTo>
                  <a:pt x="1816443" y="1532624"/>
                </a:moveTo>
                <a:lnTo>
                  <a:pt x="1816443" y="1986734"/>
                </a:lnTo>
                <a:lnTo>
                  <a:pt x="515605" y="1986734"/>
                </a:lnTo>
                <a:cubicBezTo>
                  <a:pt x="418783" y="1986734"/>
                  <a:pt x="249414" y="1980753"/>
                  <a:pt x="179752" y="1929971"/>
                </a:cubicBezTo>
                <a:lnTo>
                  <a:pt x="70954" y="1840094"/>
                </a:lnTo>
                <a:cubicBezTo>
                  <a:pt x="37842" y="1806982"/>
                  <a:pt x="7427" y="1768276"/>
                  <a:pt x="4266" y="1701161"/>
                </a:cubicBezTo>
                <a:cubicBezTo>
                  <a:pt x="2030" y="1653669"/>
                  <a:pt x="0" y="1599101"/>
                  <a:pt x="0" y="1557512"/>
                </a:cubicBezTo>
                <a:lnTo>
                  <a:pt x="0" y="1532624"/>
                </a:lnTo>
                <a:moveTo>
                  <a:pt x="4730" y="1712376"/>
                </a:moveTo>
                <a:cubicBezTo>
                  <a:pt x="18921" y="1835364"/>
                  <a:pt x="165561" y="1821173"/>
                  <a:pt x="165561" y="1821173"/>
                </a:cubicBezTo>
                <a:cubicBezTo>
                  <a:pt x="198673" y="1906319"/>
                  <a:pt x="222325" y="1958352"/>
                  <a:pt x="345313" y="1977274"/>
                </a:cubicBezTo>
              </a:path>
            </a:pathLst>
          </a:custGeom>
          <a:noFill/>
          <a:ln w="141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5527" y="1937305"/>
            <a:ext cx="1816446" cy="2384078"/>
          </a:xfrm>
          <a:custGeom>
            <a:avLst/>
            <a:gdLst/>
            <a:ahLst/>
            <a:cxnLst/>
            <a:rect l="0" t="0" r="0" b="0"/>
            <a:pathLst>
              <a:path w="1816446" h="2384078">
                <a:moveTo>
                  <a:pt x="0" y="202168"/>
                </a:moveTo>
                <a:cubicBezTo>
                  <a:pt x="0" y="150075"/>
                  <a:pt x="35452" y="104660"/>
                  <a:pt x="85991" y="92030"/>
                </a:cubicBezTo>
                <a:lnTo>
                  <a:pt x="115147" y="84743"/>
                </a:lnTo>
                <a:cubicBezTo>
                  <a:pt x="340271" y="28460"/>
                  <a:pt x="571452" y="0"/>
                  <a:pt x="803509" y="0"/>
                </a:cubicBezTo>
                <a:lnTo>
                  <a:pt x="1816446" y="0"/>
                </a:lnTo>
                <a:lnTo>
                  <a:pt x="1816446" y="1929974"/>
                </a:lnTo>
                <a:cubicBezTo>
                  <a:pt x="1816446" y="2180767"/>
                  <a:pt x="1816446" y="2384078"/>
                  <a:pt x="1816446" y="2384078"/>
                </a:cubicBezTo>
                <a:lnTo>
                  <a:pt x="0" y="2384078"/>
                </a:lnTo>
                <a:lnTo>
                  <a:pt x="0" y="202168"/>
                </a:lnTo>
              </a:path>
            </a:pathLst>
          </a:custGeom>
          <a:solidFill>
            <a:srgbClr val="14BAB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5527" y="1937305"/>
            <a:ext cx="1816443" cy="2384082"/>
          </a:xfrm>
          <a:custGeom>
            <a:avLst/>
            <a:gdLst/>
            <a:ahLst/>
            <a:cxnLst/>
            <a:rect l="0" t="0" r="0" b="0"/>
            <a:pathLst>
              <a:path w="1816443" h="2384082">
                <a:moveTo>
                  <a:pt x="0" y="1929971"/>
                </a:moveTo>
                <a:lnTo>
                  <a:pt x="0" y="2384082"/>
                </a:lnTo>
                <a:lnTo>
                  <a:pt x="1816443" y="2384082"/>
                </a:lnTo>
                <a:lnTo>
                  <a:pt x="1816443" y="1929972"/>
                </a:lnTo>
                <a:moveTo>
                  <a:pt x="1816443" y="1929971"/>
                </a:moveTo>
                <a:lnTo>
                  <a:pt x="1816443" y="454110"/>
                </a:lnTo>
                <a:moveTo>
                  <a:pt x="0" y="1929971"/>
                </a:moveTo>
                <a:lnTo>
                  <a:pt x="0" y="454110"/>
                </a:lnTo>
                <a:moveTo>
                  <a:pt x="1816443" y="454110"/>
                </a:moveTo>
                <a:lnTo>
                  <a:pt x="1816443" y="0"/>
                </a:lnTo>
                <a:lnTo>
                  <a:pt x="803508" y="0"/>
                </a:lnTo>
                <a:cubicBezTo>
                  <a:pt x="571453" y="0"/>
                  <a:pt x="340272" y="28459"/>
                  <a:pt x="115145" y="84740"/>
                </a:cubicBezTo>
                <a:lnTo>
                  <a:pt x="85993" y="92029"/>
                </a:lnTo>
                <a:cubicBezTo>
                  <a:pt x="35454" y="104664"/>
                  <a:pt x="0" y="150073"/>
                  <a:pt x="0" y="202167"/>
                </a:cubicBezTo>
                <a:lnTo>
                  <a:pt x="0" y="454110"/>
                </a:lnTo>
                <a:moveTo>
                  <a:pt x="66224" y="99336"/>
                </a:moveTo>
                <a:cubicBezTo>
                  <a:pt x="156100" y="66224"/>
                  <a:pt x="184482" y="160831"/>
                  <a:pt x="184482" y="160831"/>
                </a:cubicBezTo>
                <a:cubicBezTo>
                  <a:pt x="368439" y="46693"/>
                  <a:pt x="605714" y="24211"/>
                  <a:pt x="766312" y="1"/>
                </a:cubicBezTo>
              </a:path>
            </a:pathLst>
          </a:custGeom>
          <a:noFill/>
          <a:ln w="141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29025" y="2050832"/>
            <a:ext cx="1816446" cy="2384078"/>
          </a:xfrm>
          <a:custGeom>
            <a:avLst/>
            <a:gdLst/>
            <a:ahLst/>
            <a:cxnLst/>
            <a:rect l="0" t="0" r="0" b="0"/>
            <a:pathLst>
              <a:path w="1816446" h="2384078">
                <a:moveTo>
                  <a:pt x="0" y="0"/>
                </a:moveTo>
                <a:lnTo>
                  <a:pt x="1012936" y="0"/>
                </a:lnTo>
                <a:cubicBezTo>
                  <a:pt x="1255604" y="0"/>
                  <a:pt x="1513703" y="0"/>
                  <a:pt x="1750218" y="56759"/>
                </a:cubicBezTo>
                <a:cubicBezTo>
                  <a:pt x="1750218" y="56759"/>
                  <a:pt x="1816446" y="141912"/>
                  <a:pt x="1816446" y="454113"/>
                </a:cubicBezTo>
                <a:lnTo>
                  <a:pt x="1816446" y="1929965"/>
                </a:lnTo>
                <a:cubicBezTo>
                  <a:pt x="1816446" y="2180767"/>
                  <a:pt x="1816446" y="2384078"/>
                  <a:pt x="1816446" y="2384078"/>
                </a:cubicBezTo>
                <a:lnTo>
                  <a:pt x="0" y="2384078"/>
                </a:lnTo>
                <a:lnTo>
                  <a:pt x="0" y="0"/>
                </a:ln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9026" y="2050833"/>
            <a:ext cx="1816443" cy="2384078"/>
          </a:xfrm>
          <a:custGeom>
            <a:avLst/>
            <a:gdLst/>
            <a:ahLst/>
            <a:cxnLst/>
            <a:rect l="0" t="0" r="0" b="0"/>
            <a:pathLst>
              <a:path w="1816443" h="2384078">
                <a:moveTo>
                  <a:pt x="0" y="1929967"/>
                </a:moveTo>
                <a:lnTo>
                  <a:pt x="0" y="2384078"/>
                </a:lnTo>
                <a:lnTo>
                  <a:pt x="1816443" y="2384078"/>
                </a:lnTo>
                <a:lnTo>
                  <a:pt x="1816443" y="1929968"/>
                </a:lnTo>
                <a:moveTo>
                  <a:pt x="1816443" y="1929967"/>
                </a:moveTo>
                <a:lnTo>
                  <a:pt x="1816443" y="454110"/>
                </a:lnTo>
                <a:moveTo>
                  <a:pt x="0" y="1929967"/>
                </a:moveTo>
                <a:lnTo>
                  <a:pt x="0" y="454110"/>
                </a:lnTo>
                <a:moveTo>
                  <a:pt x="0" y="454110"/>
                </a:moveTo>
                <a:lnTo>
                  <a:pt x="0" y="0"/>
                </a:lnTo>
                <a:lnTo>
                  <a:pt x="1012934" y="0"/>
                </a:lnTo>
                <a:cubicBezTo>
                  <a:pt x="1255608" y="0"/>
                  <a:pt x="1513702" y="0"/>
                  <a:pt x="1750219" y="56763"/>
                </a:cubicBezTo>
                <a:cubicBezTo>
                  <a:pt x="1750219" y="56763"/>
                  <a:pt x="1816443" y="141909"/>
                  <a:pt x="1816443" y="454110"/>
                </a:cubicBezTo>
              </a:path>
            </a:pathLst>
          </a:custGeom>
          <a:noFill/>
          <a:ln w="14187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873" y="371475"/>
            <a:ext cx="8892254" cy="4000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100" b="1">
                <a:solidFill>
                  <a:srgbClr val="196661"/>
                </a:solidFill>
                <a:latin typeface="Funnel Display"/>
              </a:rPr>
              <a:t>AI as an Assistant, Not a Decision Maker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94" y="1000125"/>
            <a:ext cx="7888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1">
                <a:solidFill>
                  <a:srgbClr val="196661"/>
                </a:solidFill>
                <a:latin typeface="Funnel Display"/>
              </a:rPr>
              <a:t>The goal is verified, traceable output rather than unverified legal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2932" y="2164360"/>
            <a:ext cx="543421" cy="549899"/>
          </a:xfrm>
          <a:custGeom>
            <a:avLst/>
            <a:gdLst/>
            <a:ahLst/>
            <a:cxnLst/>
            <a:rect l="0" t="0" r="0" b="0"/>
            <a:pathLst>
              <a:path w="543421" h="549899">
                <a:moveTo>
                  <a:pt x="95172" y="549899"/>
                </a:moveTo>
                <a:cubicBezTo>
                  <a:pt x="134359" y="549899"/>
                  <a:pt x="166127" y="518133"/>
                  <a:pt x="166127" y="478945"/>
                </a:cubicBezTo>
                <a:cubicBezTo>
                  <a:pt x="166127" y="439756"/>
                  <a:pt x="134359" y="407990"/>
                  <a:pt x="95172" y="407990"/>
                </a:cubicBezTo>
                <a:cubicBezTo>
                  <a:pt x="55985" y="407990"/>
                  <a:pt x="24217" y="439756"/>
                  <a:pt x="24217" y="478945"/>
                </a:cubicBezTo>
                <a:cubicBezTo>
                  <a:pt x="24217" y="518133"/>
                  <a:pt x="55985" y="549899"/>
                  <a:pt x="95172" y="549899"/>
                </a:cubicBezTo>
                <a:close/>
                <a:moveTo>
                  <a:pt x="166127" y="478945"/>
                </a:moveTo>
                <a:lnTo>
                  <a:pt x="319861" y="478945"/>
                </a:lnTo>
                <a:cubicBezTo>
                  <a:pt x="334052" y="478945"/>
                  <a:pt x="343513" y="469484"/>
                  <a:pt x="343513" y="455293"/>
                </a:cubicBezTo>
                <a:lnTo>
                  <a:pt x="343513" y="407990"/>
                </a:lnTo>
                <a:moveTo>
                  <a:pt x="260732" y="478945"/>
                </a:moveTo>
                <a:lnTo>
                  <a:pt x="260732" y="419816"/>
                </a:lnTo>
                <a:moveTo>
                  <a:pt x="531087" y="333612"/>
                </a:moveTo>
                <a:lnTo>
                  <a:pt x="531087" y="234021"/>
                </a:lnTo>
                <a:lnTo>
                  <a:pt x="429276" y="234021"/>
                </a:lnTo>
                <a:lnTo>
                  <a:pt x="429276" y="333612"/>
                </a:lnTo>
                <a:close/>
                <a:moveTo>
                  <a:pt x="0" y="0"/>
                </a:moveTo>
                <a:moveTo>
                  <a:pt x="286905" y="158212"/>
                </a:moveTo>
                <a:lnTo>
                  <a:pt x="357141" y="87977"/>
                </a:lnTo>
                <a:lnTo>
                  <a:pt x="286905" y="17742"/>
                </a:lnTo>
                <a:lnTo>
                  <a:pt x="216672" y="87977"/>
                </a:lnTo>
                <a:close/>
                <a:moveTo>
                  <a:pt x="0" y="0"/>
                </a:moveTo>
                <a:moveTo>
                  <a:pt x="419262" y="141376"/>
                </a:moveTo>
                <a:lnTo>
                  <a:pt x="478857" y="34599"/>
                </a:lnTo>
                <a:lnTo>
                  <a:pt x="543421" y="141376"/>
                </a:lnTo>
                <a:close/>
                <a:moveTo>
                  <a:pt x="286910" y="342664"/>
                </a:moveTo>
                <a:cubicBezTo>
                  <a:pt x="319724" y="342664"/>
                  <a:pt x="346325" y="316063"/>
                  <a:pt x="346325" y="283249"/>
                </a:cubicBezTo>
                <a:cubicBezTo>
                  <a:pt x="346325" y="250437"/>
                  <a:pt x="319724" y="223835"/>
                  <a:pt x="286910" y="223835"/>
                </a:cubicBezTo>
                <a:cubicBezTo>
                  <a:pt x="254096" y="223835"/>
                  <a:pt x="227496" y="250437"/>
                  <a:pt x="227496" y="283249"/>
                </a:cubicBezTo>
                <a:cubicBezTo>
                  <a:pt x="227496" y="316063"/>
                  <a:pt x="254096" y="342664"/>
                  <a:pt x="286910" y="342664"/>
                </a:cubicBezTo>
                <a:close/>
              </a:path>
            </a:pathLst>
          </a:custGeom>
          <a:noFill/>
          <a:ln w="141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6431" y="2277888"/>
            <a:ext cx="553379" cy="549899"/>
          </a:xfrm>
          <a:custGeom>
            <a:avLst/>
            <a:gdLst/>
            <a:ahLst/>
            <a:cxnLst/>
            <a:rect l="0" t="0" r="0" b="0"/>
            <a:pathLst>
              <a:path w="553379" h="549899">
                <a:moveTo>
                  <a:pt x="175580" y="337231"/>
                </a:moveTo>
                <a:cubicBezTo>
                  <a:pt x="183086" y="372259"/>
                  <a:pt x="203102" y="404785"/>
                  <a:pt x="228122" y="427304"/>
                </a:cubicBezTo>
                <a:lnTo>
                  <a:pt x="228122" y="549899"/>
                </a:lnTo>
                <a:moveTo>
                  <a:pt x="423276" y="547399"/>
                </a:moveTo>
                <a:lnTo>
                  <a:pt x="423276" y="472339"/>
                </a:lnTo>
                <a:lnTo>
                  <a:pt x="475818" y="472339"/>
                </a:lnTo>
                <a:cubicBezTo>
                  <a:pt x="490829" y="472339"/>
                  <a:pt x="500839" y="462332"/>
                  <a:pt x="500839" y="447320"/>
                </a:cubicBezTo>
                <a:lnTo>
                  <a:pt x="500839" y="392276"/>
                </a:lnTo>
                <a:lnTo>
                  <a:pt x="530862" y="392276"/>
                </a:lnTo>
                <a:cubicBezTo>
                  <a:pt x="545874" y="392276"/>
                  <a:pt x="553379" y="377264"/>
                  <a:pt x="548376" y="364755"/>
                </a:cubicBezTo>
                <a:cubicBezTo>
                  <a:pt x="528360" y="322220"/>
                  <a:pt x="500839" y="269677"/>
                  <a:pt x="500839" y="269677"/>
                </a:cubicBezTo>
                <a:cubicBezTo>
                  <a:pt x="500839" y="203620"/>
                  <a:pt x="477868" y="148219"/>
                  <a:pt x="403259" y="129567"/>
                </a:cubicBezTo>
                <a:cubicBezTo>
                  <a:pt x="385745" y="124563"/>
                  <a:pt x="368234" y="122061"/>
                  <a:pt x="350720" y="124563"/>
                </a:cubicBezTo>
                <a:moveTo>
                  <a:pt x="214720" y="112640"/>
                </a:moveTo>
                <a:cubicBezTo>
                  <a:pt x="238774" y="112640"/>
                  <a:pt x="258275" y="93139"/>
                  <a:pt x="258275" y="69085"/>
                </a:cubicBezTo>
                <a:cubicBezTo>
                  <a:pt x="258275" y="45030"/>
                  <a:pt x="238774" y="25530"/>
                  <a:pt x="214720" y="25530"/>
                </a:cubicBezTo>
                <a:cubicBezTo>
                  <a:pt x="190666" y="25530"/>
                  <a:pt x="171165" y="45030"/>
                  <a:pt x="171165" y="69085"/>
                </a:cubicBezTo>
                <a:cubicBezTo>
                  <a:pt x="171165" y="93139"/>
                  <a:pt x="190666" y="112640"/>
                  <a:pt x="214720" y="112640"/>
                </a:cubicBezTo>
                <a:close/>
                <a:moveTo>
                  <a:pt x="68684" y="272769"/>
                </a:moveTo>
                <a:cubicBezTo>
                  <a:pt x="92738" y="272769"/>
                  <a:pt x="112238" y="253268"/>
                  <a:pt x="112238" y="229214"/>
                </a:cubicBezTo>
                <a:cubicBezTo>
                  <a:pt x="112238" y="205159"/>
                  <a:pt x="92738" y="185659"/>
                  <a:pt x="68684" y="185659"/>
                </a:cubicBezTo>
                <a:cubicBezTo>
                  <a:pt x="44629" y="185659"/>
                  <a:pt x="25129" y="205159"/>
                  <a:pt x="25129" y="229214"/>
                </a:cubicBezTo>
                <a:cubicBezTo>
                  <a:pt x="25129" y="253268"/>
                  <a:pt x="44629" y="272769"/>
                  <a:pt x="68684" y="272769"/>
                </a:cubicBezTo>
                <a:close/>
                <a:moveTo>
                  <a:pt x="304391" y="233057"/>
                </a:moveTo>
                <a:lnTo>
                  <a:pt x="235216" y="107517"/>
                </a:lnTo>
                <a:moveTo>
                  <a:pt x="0" y="0"/>
                </a:moveTo>
                <a:moveTo>
                  <a:pt x="112238" y="242024"/>
                </a:moveTo>
                <a:lnTo>
                  <a:pt x="235216" y="280455"/>
                </a:lnTo>
              </a:path>
            </a:pathLst>
          </a:custGeom>
          <a:noFill/>
          <a:ln w="141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9930" y="2164360"/>
            <a:ext cx="549897" cy="549899"/>
          </a:xfrm>
          <a:custGeom>
            <a:avLst/>
            <a:gdLst/>
            <a:ahLst/>
            <a:cxnLst/>
            <a:rect l="0" t="0" r="0" b="0"/>
            <a:pathLst>
              <a:path w="549897" h="549899">
                <a:moveTo>
                  <a:pt x="289729" y="381973"/>
                </a:moveTo>
                <a:cubicBezTo>
                  <a:pt x="390310" y="381973"/>
                  <a:pt x="471847" y="300436"/>
                  <a:pt x="471847" y="199856"/>
                </a:cubicBezTo>
                <a:cubicBezTo>
                  <a:pt x="471847" y="99275"/>
                  <a:pt x="390310" y="17738"/>
                  <a:pt x="289729" y="17738"/>
                </a:cubicBezTo>
                <a:cubicBezTo>
                  <a:pt x="189149" y="17738"/>
                  <a:pt x="107613" y="99275"/>
                  <a:pt x="107613" y="199856"/>
                </a:cubicBezTo>
                <a:cubicBezTo>
                  <a:pt x="107613" y="300436"/>
                  <a:pt x="189149" y="381973"/>
                  <a:pt x="289729" y="381973"/>
                </a:cubicBezTo>
                <a:close/>
                <a:moveTo>
                  <a:pt x="0" y="0"/>
                </a:moveTo>
                <a:moveTo>
                  <a:pt x="549897" y="460028"/>
                </a:moveTo>
                <a:lnTo>
                  <a:pt x="417448" y="329944"/>
                </a:lnTo>
                <a:moveTo>
                  <a:pt x="65041" y="88693"/>
                </a:moveTo>
                <a:cubicBezTo>
                  <a:pt x="39025" y="88693"/>
                  <a:pt x="17738" y="109979"/>
                  <a:pt x="17738" y="135996"/>
                </a:cubicBezTo>
                <a:lnTo>
                  <a:pt x="17738" y="502596"/>
                </a:lnTo>
                <a:cubicBezTo>
                  <a:pt x="17738" y="528613"/>
                  <a:pt x="39025" y="549899"/>
                  <a:pt x="65041" y="549899"/>
                </a:cubicBezTo>
                <a:lnTo>
                  <a:pt x="301557" y="549899"/>
                </a:lnTo>
                <a:cubicBezTo>
                  <a:pt x="327574" y="549899"/>
                  <a:pt x="348861" y="528613"/>
                  <a:pt x="348861" y="502596"/>
                </a:cubicBezTo>
                <a:lnTo>
                  <a:pt x="348861" y="443467"/>
                </a:lnTo>
                <a:moveTo>
                  <a:pt x="348861" y="289732"/>
                </a:moveTo>
                <a:lnTo>
                  <a:pt x="348861" y="135996"/>
                </a:lnTo>
                <a:cubicBezTo>
                  <a:pt x="348861" y="109979"/>
                  <a:pt x="327574" y="88693"/>
                  <a:pt x="301557" y="88693"/>
                </a:cubicBezTo>
                <a:lnTo>
                  <a:pt x="242428" y="88693"/>
                </a:lnTo>
                <a:moveTo>
                  <a:pt x="261347" y="230603"/>
                </a:moveTo>
                <a:lnTo>
                  <a:pt x="178567" y="230603"/>
                </a:lnTo>
                <a:moveTo>
                  <a:pt x="261347" y="159648"/>
                </a:moveTo>
                <a:lnTo>
                  <a:pt x="190393" y="159648"/>
                </a:lnTo>
                <a:moveTo>
                  <a:pt x="261347" y="301557"/>
                </a:moveTo>
                <a:lnTo>
                  <a:pt x="237696" y="301557"/>
                </a:lnTo>
              </a:path>
            </a:pathLst>
          </a:custGeom>
          <a:noFill/>
          <a:ln w="141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12747" y="2293830"/>
            <a:ext cx="448978" cy="535756"/>
          </a:xfrm>
          <a:custGeom>
            <a:avLst/>
            <a:gdLst/>
            <a:ahLst/>
            <a:cxnLst/>
            <a:rect l="0" t="0" r="0" b="0"/>
            <a:pathLst>
              <a:path w="448978" h="535756">
                <a:moveTo>
                  <a:pt x="437152" y="267546"/>
                </a:moveTo>
                <a:cubicBezTo>
                  <a:pt x="437152" y="264281"/>
                  <a:pt x="439799" y="261634"/>
                  <a:pt x="443065" y="261634"/>
                </a:cubicBezTo>
                <a:cubicBezTo>
                  <a:pt x="446331" y="261634"/>
                  <a:pt x="448978" y="264281"/>
                  <a:pt x="448978" y="267546"/>
                </a:cubicBezTo>
                <a:lnTo>
                  <a:pt x="448978" y="267546"/>
                </a:lnTo>
                <a:cubicBezTo>
                  <a:pt x="448978" y="270812"/>
                  <a:pt x="446331" y="273459"/>
                  <a:pt x="443065" y="273459"/>
                </a:cubicBezTo>
                <a:cubicBezTo>
                  <a:pt x="439799" y="273459"/>
                  <a:pt x="437152" y="270812"/>
                  <a:pt x="437152" y="267546"/>
                </a:cubicBezTo>
                <a:moveTo>
                  <a:pt x="437152" y="267546"/>
                </a:moveTo>
                <a:lnTo>
                  <a:pt x="437152" y="267546"/>
                </a:lnTo>
                <a:moveTo>
                  <a:pt x="349712" y="267546"/>
                </a:moveTo>
                <a:cubicBezTo>
                  <a:pt x="349712" y="264281"/>
                  <a:pt x="352359" y="261634"/>
                  <a:pt x="355625" y="261634"/>
                </a:cubicBezTo>
                <a:cubicBezTo>
                  <a:pt x="358891" y="261634"/>
                  <a:pt x="361538" y="264281"/>
                  <a:pt x="361538" y="267546"/>
                </a:cubicBezTo>
                <a:cubicBezTo>
                  <a:pt x="361538" y="270812"/>
                  <a:pt x="358891" y="273459"/>
                  <a:pt x="355625" y="273459"/>
                </a:cubicBezTo>
                <a:cubicBezTo>
                  <a:pt x="352359" y="273459"/>
                  <a:pt x="349712" y="270812"/>
                  <a:pt x="349712" y="267546"/>
                </a:cubicBezTo>
                <a:moveTo>
                  <a:pt x="262343" y="267546"/>
                </a:moveTo>
                <a:cubicBezTo>
                  <a:pt x="262343" y="264281"/>
                  <a:pt x="264990" y="261634"/>
                  <a:pt x="268256" y="261634"/>
                </a:cubicBezTo>
                <a:cubicBezTo>
                  <a:pt x="271522" y="261634"/>
                  <a:pt x="274169" y="264281"/>
                  <a:pt x="274169" y="267546"/>
                </a:cubicBezTo>
                <a:cubicBezTo>
                  <a:pt x="274169" y="270812"/>
                  <a:pt x="271522" y="273459"/>
                  <a:pt x="268256" y="273459"/>
                </a:cubicBezTo>
                <a:cubicBezTo>
                  <a:pt x="264990" y="273459"/>
                  <a:pt x="262343" y="270812"/>
                  <a:pt x="262343" y="267546"/>
                </a:cubicBezTo>
                <a:moveTo>
                  <a:pt x="174832" y="267546"/>
                </a:moveTo>
                <a:cubicBezTo>
                  <a:pt x="174832" y="264281"/>
                  <a:pt x="177479" y="261634"/>
                  <a:pt x="180745" y="261634"/>
                </a:cubicBezTo>
                <a:cubicBezTo>
                  <a:pt x="184011" y="261634"/>
                  <a:pt x="186658" y="264281"/>
                  <a:pt x="186658" y="267546"/>
                </a:cubicBezTo>
                <a:lnTo>
                  <a:pt x="186658" y="267546"/>
                </a:lnTo>
                <a:cubicBezTo>
                  <a:pt x="186658" y="270812"/>
                  <a:pt x="184011" y="273459"/>
                  <a:pt x="180745" y="273459"/>
                </a:cubicBezTo>
                <a:cubicBezTo>
                  <a:pt x="177479" y="273459"/>
                  <a:pt x="174832" y="270812"/>
                  <a:pt x="174832" y="267546"/>
                </a:cubicBezTo>
                <a:moveTo>
                  <a:pt x="174856" y="267546"/>
                </a:moveTo>
                <a:lnTo>
                  <a:pt x="174856" y="267546"/>
                </a:lnTo>
                <a:moveTo>
                  <a:pt x="262343" y="354963"/>
                </a:moveTo>
                <a:cubicBezTo>
                  <a:pt x="262343" y="351697"/>
                  <a:pt x="264990" y="349050"/>
                  <a:pt x="268256" y="349050"/>
                </a:cubicBezTo>
                <a:cubicBezTo>
                  <a:pt x="271522" y="349050"/>
                  <a:pt x="274169" y="351697"/>
                  <a:pt x="274169" y="354963"/>
                </a:cubicBezTo>
                <a:cubicBezTo>
                  <a:pt x="274169" y="358228"/>
                  <a:pt x="271522" y="360876"/>
                  <a:pt x="268256" y="360876"/>
                </a:cubicBezTo>
                <a:cubicBezTo>
                  <a:pt x="264990" y="360876"/>
                  <a:pt x="262343" y="358228"/>
                  <a:pt x="262343" y="354963"/>
                </a:cubicBezTo>
                <a:moveTo>
                  <a:pt x="174832" y="354963"/>
                </a:moveTo>
                <a:cubicBezTo>
                  <a:pt x="174832" y="351697"/>
                  <a:pt x="177479" y="349050"/>
                  <a:pt x="180745" y="349050"/>
                </a:cubicBezTo>
                <a:cubicBezTo>
                  <a:pt x="184011" y="349050"/>
                  <a:pt x="186658" y="351697"/>
                  <a:pt x="186658" y="354963"/>
                </a:cubicBezTo>
                <a:cubicBezTo>
                  <a:pt x="186658" y="358228"/>
                  <a:pt x="184011" y="360876"/>
                  <a:pt x="180745" y="360876"/>
                </a:cubicBezTo>
                <a:cubicBezTo>
                  <a:pt x="177479" y="360876"/>
                  <a:pt x="174832" y="358228"/>
                  <a:pt x="174832" y="354963"/>
                </a:cubicBezTo>
                <a:moveTo>
                  <a:pt x="262343" y="442426"/>
                </a:moveTo>
                <a:cubicBezTo>
                  <a:pt x="262334" y="440033"/>
                  <a:pt x="263768" y="437869"/>
                  <a:pt x="265977" y="436947"/>
                </a:cubicBezTo>
                <a:cubicBezTo>
                  <a:pt x="268186" y="436024"/>
                  <a:pt x="270733" y="436524"/>
                  <a:pt x="272429" y="438213"/>
                </a:cubicBezTo>
                <a:cubicBezTo>
                  <a:pt x="274125" y="439903"/>
                  <a:pt x="274635" y="442448"/>
                  <a:pt x="273721" y="444660"/>
                </a:cubicBezTo>
                <a:cubicBezTo>
                  <a:pt x="272807" y="446872"/>
                  <a:pt x="270650" y="448316"/>
                  <a:pt x="268256" y="448316"/>
                </a:cubicBezTo>
                <a:cubicBezTo>
                  <a:pt x="265000" y="448316"/>
                  <a:pt x="262356" y="445683"/>
                  <a:pt x="262343" y="442426"/>
                </a:cubicBezTo>
                <a:moveTo>
                  <a:pt x="174832" y="442426"/>
                </a:moveTo>
                <a:cubicBezTo>
                  <a:pt x="174823" y="440033"/>
                  <a:pt x="176257" y="437869"/>
                  <a:pt x="178466" y="436947"/>
                </a:cubicBezTo>
                <a:cubicBezTo>
                  <a:pt x="180675" y="436024"/>
                  <a:pt x="183222" y="436524"/>
                  <a:pt x="184918" y="438213"/>
                </a:cubicBezTo>
                <a:cubicBezTo>
                  <a:pt x="186614" y="439903"/>
                  <a:pt x="187124" y="442448"/>
                  <a:pt x="186210" y="444660"/>
                </a:cubicBezTo>
                <a:cubicBezTo>
                  <a:pt x="185296" y="446872"/>
                  <a:pt x="183139" y="448316"/>
                  <a:pt x="180745" y="448316"/>
                </a:cubicBezTo>
                <a:cubicBezTo>
                  <a:pt x="179179" y="448322"/>
                  <a:pt x="177675" y="447704"/>
                  <a:pt x="176565" y="446599"/>
                </a:cubicBezTo>
                <a:cubicBezTo>
                  <a:pt x="175456" y="445494"/>
                  <a:pt x="174832" y="443992"/>
                  <a:pt x="174832" y="442426"/>
                </a:cubicBezTo>
                <a:moveTo>
                  <a:pt x="262343" y="529843"/>
                </a:moveTo>
                <a:cubicBezTo>
                  <a:pt x="262343" y="526577"/>
                  <a:pt x="264990" y="523930"/>
                  <a:pt x="268256" y="523930"/>
                </a:cubicBezTo>
                <a:cubicBezTo>
                  <a:pt x="271522" y="523930"/>
                  <a:pt x="274169" y="526577"/>
                  <a:pt x="274169" y="529843"/>
                </a:cubicBezTo>
                <a:cubicBezTo>
                  <a:pt x="274169" y="533108"/>
                  <a:pt x="271522" y="535756"/>
                  <a:pt x="268256" y="535756"/>
                </a:cubicBezTo>
                <a:cubicBezTo>
                  <a:pt x="264990" y="535756"/>
                  <a:pt x="262343" y="533108"/>
                  <a:pt x="262343" y="529843"/>
                </a:cubicBezTo>
                <a:moveTo>
                  <a:pt x="174832" y="529843"/>
                </a:moveTo>
                <a:cubicBezTo>
                  <a:pt x="174832" y="526577"/>
                  <a:pt x="177479" y="523930"/>
                  <a:pt x="180745" y="523930"/>
                </a:cubicBezTo>
                <a:cubicBezTo>
                  <a:pt x="184011" y="523930"/>
                  <a:pt x="186658" y="526577"/>
                  <a:pt x="186658" y="529843"/>
                </a:cubicBezTo>
                <a:lnTo>
                  <a:pt x="186658" y="529843"/>
                </a:lnTo>
                <a:cubicBezTo>
                  <a:pt x="186658" y="533108"/>
                  <a:pt x="184011" y="535756"/>
                  <a:pt x="180745" y="535756"/>
                </a:cubicBezTo>
                <a:cubicBezTo>
                  <a:pt x="177479" y="535756"/>
                  <a:pt x="174832" y="533108"/>
                  <a:pt x="174832" y="529843"/>
                </a:cubicBezTo>
                <a:moveTo>
                  <a:pt x="174856" y="529843"/>
                </a:moveTo>
                <a:lnTo>
                  <a:pt x="174856" y="529843"/>
                </a:lnTo>
                <a:moveTo>
                  <a:pt x="87321" y="267546"/>
                </a:moveTo>
                <a:cubicBezTo>
                  <a:pt x="87321" y="264281"/>
                  <a:pt x="89969" y="261634"/>
                  <a:pt x="93234" y="261634"/>
                </a:cubicBezTo>
                <a:cubicBezTo>
                  <a:pt x="96500" y="261634"/>
                  <a:pt x="99147" y="264281"/>
                  <a:pt x="99147" y="267546"/>
                </a:cubicBezTo>
                <a:lnTo>
                  <a:pt x="99147" y="267546"/>
                </a:lnTo>
                <a:cubicBezTo>
                  <a:pt x="99147" y="270812"/>
                  <a:pt x="96500" y="273459"/>
                  <a:pt x="93234" y="273459"/>
                </a:cubicBezTo>
                <a:cubicBezTo>
                  <a:pt x="89969" y="273459"/>
                  <a:pt x="87321" y="270812"/>
                  <a:pt x="87321" y="267546"/>
                </a:cubicBezTo>
                <a:moveTo>
                  <a:pt x="87416" y="267546"/>
                </a:moveTo>
                <a:lnTo>
                  <a:pt x="87416" y="267546"/>
                </a:lnTo>
                <a:moveTo>
                  <a:pt x="349712" y="180130"/>
                </a:moveTo>
                <a:cubicBezTo>
                  <a:pt x="349712" y="176868"/>
                  <a:pt x="352355" y="174222"/>
                  <a:pt x="355617" y="174217"/>
                </a:cubicBezTo>
                <a:cubicBezTo>
                  <a:pt x="358880" y="174213"/>
                  <a:pt x="361529" y="176852"/>
                  <a:pt x="361538" y="180114"/>
                </a:cubicBezTo>
                <a:cubicBezTo>
                  <a:pt x="361547" y="183377"/>
                  <a:pt x="358911" y="186030"/>
                  <a:pt x="355649" y="186043"/>
                </a:cubicBezTo>
                <a:cubicBezTo>
                  <a:pt x="354076" y="186049"/>
                  <a:pt x="352566" y="185429"/>
                  <a:pt x="351452" y="184320"/>
                </a:cubicBezTo>
                <a:cubicBezTo>
                  <a:pt x="350338" y="183210"/>
                  <a:pt x="349712" y="181702"/>
                  <a:pt x="349712" y="180130"/>
                </a:cubicBezTo>
                <a:moveTo>
                  <a:pt x="262343" y="180130"/>
                </a:moveTo>
                <a:cubicBezTo>
                  <a:pt x="262343" y="176865"/>
                  <a:pt x="264990" y="174217"/>
                  <a:pt x="268256" y="174217"/>
                </a:cubicBezTo>
                <a:cubicBezTo>
                  <a:pt x="271522" y="174217"/>
                  <a:pt x="274169" y="176865"/>
                  <a:pt x="274169" y="180130"/>
                </a:cubicBezTo>
                <a:cubicBezTo>
                  <a:pt x="274169" y="183396"/>
                  <a:pt x="271522" y="186043"/>
                  <a:pt x="268256" y="186043"/>
                </a:cubicBezTo>
                <a:cubicBezTo>
                  <a:pt x="264990" y="186043"/>
                  <a:pt x="262343" y="183396"/>
                  <a:pt x="262343" y="180130"/>
                </a:cubicBezTo>
                <a:moveTo>
                  <a:pt x="174832" y="180130"/>
                </a:moveTo>
                <a:cubicBezTo>
                  <a:pt x="174832" y="176865"/>
                  <a:pt x="177479" y="174217"/>
                  <a:pt x="180745" y="174217"/>
                </a:cubicBezTo>
                <a:cubicBezTo>
                  <a:pt x="184011" y="174217"/>
                  <a:pt x="186658" y="176865"/>
                  <a:pt x="186658" y="180130"/>
                </a:cubicBezTo>
                <a:cubicBezTo>
                  <a:pt x="186658" y="183396"/>
                  <a:pt x="184011" y="186043"/>
                  <a:pt x="180745" y="186043"/>
                </a:cubicBezTo>
                <a:cubicBezTo>
                  <a:pt x="177479" y="186043"/>
                  <a:pt x="174832" y="183396"/>
                  <a:pt x="174832" y="180130"/>
                </a:cubicBezTo>
                <a:moveTo>
                  <a:pt x="174832" y="92666"/>
                </a:moveTo>
                <a:cubicBezTo>
                  <a:pt x="174832" y="89401"/>
                  <a:pt x="177479" y="86754"/>
                  <a:pt x="180745" y="86754"/>
                </a:cubicBezTo>
                <a:cubicBezTo>
                  <a:pt x="184011" y="86754"/>
                  <a:pt x="186658" y="89401"/>
                  <a:pt x="186658" y="92666"/>
                </a:cubicBezTo>
                <a:cubicBezTo>
                  <a:pt x="186658" y="95932"/>
                  <a:pt x="184011" y="98579"/>
                  <a:pt x="180745" y="98579"/>
                </a:cubicBezTo>
                <a:cubicBezTo>
                  <a:pt x="177479" y="98579"/>
                  <a:pt x="174832" y="95932"/>
                  <a:pt x="174832" y="92666"/>
                </a:cubicBezTo>
                <a:moveTo>
                  <a:pt x="218588" y="5912"/>
                </a:moveTo>
                <a:cubicBezTo>
                  <a:pt x="218588" y="2647"/>
                  <a:pt x="221235" y="0"/>
                  <a:pt x="224501" y="0"/>
                </a:cubicBezTo>
                <a:cubicBezTo>
                  <a:pt x="227766" y="0"/>
                  <a:pt x="230413" y="2647"/>
                  <a:pt x="230413" y="5912"/>
                </a:cubicBezTo>
                <a:cubicBezTo>
                  <a:pt x="230413" y="9178"/>
                  <a:pt x="227766" y="11825"/>
                  <a:pt x="224501" y="11825"/>
                </a:cubicBezTo>
                <a:cubicBezTo>
                  <a:pt x="222930" y="11832"/>
                  <a:pt x="221423" y="11211"/>
                  <a:pt x="220313" y="10100"/>
                </a:cubicBezTo>
                <a:cubicBezTo>
                  <a:pt x="219202" y="8990"/>
                  <a:pt x="218581" y="7483"/>
                  <a:pt x="218588" y="5912"/>
                </a:cubicBezTo>
                <a:moveTo>
                  <a:pt x="262343" y="92666"/>
                </a:moveTo>
                <a:cubicBezTo>
                  <a:pt x="262343" y="89401"/>
                  <a:pt x="264990" y="86754"/>
                  <a:pt x="268256" y="86754"/>
                </a:cubicBezTo>
                <a:cubicBezTo>
                  <a:pt x="271522" y="86754"/>
                  <a:pt x="274169" y="89401"/>
                  <a:pt x="274169" y="92666"/>
                </a:cubicBezTo>
                <a:cubicBezTo>
                  <a:pt x="274169" y="95932"/>
                  <a:pt x="271522" y="98579"/>
                  <a:pt x="268256" y="98579"/>
                </a:cubicBezTo>
                <a:cubicBezTo>
                  <a:pt x="266686" y="98586"/>
                  <a:pt x="265178" y="97965"/>
                  <a:pt x="264068" y="96855"/>
                </a:cubicBezTo>
                <a:cubicBezTo>
                  <a:pt x="262958" y="95744"/>
                  <a:pt x="262337" y="94237"/>
                  <a:pt x="262343" y="92666"/>
                </a:cubicBezTo>
                <a:moveTo>
                  <a:pt x="87439" y="180130"/>
                </a:moveTo>
                <a:cubicBezTo>
                  <a:pt x="87439" y="176865"/>
                  <a:pt x="90087" y="174217"/>
                  <a:pt x="93352" y="174217"/>
                </a:cubicBezTo>
                <a:cubicBezTo>
                  <a:pt x="96618" y="174217"/>
                  <a:pt x="99265" y="176865"/>
                  <a:pt x="99265" y="180130"/>
                </a:cubicBezTo>
                <a:cubicBezTo>
                  <a:pt x="99265" y="183396"/>
                  <a:pt x="96618" y="186043"/>
                  <a:pt x="93352" y="186043"/>
                </a:cubicBezTo>
                <a:cubicBezTo>
                  <a:pt x="91782" y="186049"/>
                  <a:pt x="90275" y="185428"/>
                  <a:pt x="89164" y="184318"/>
                </a:cubicBezTo>
                <a:cubicBezTo>
                  <a:pt x="88054" y="183208"/>
                  <a:pt x="87433" y="181700"/>
                  <a:pt x="87439" y="180130"/>
                </a:cubicBezTo>
                <a:moveTo>
                  <a:pt x="0" y="267546"/>
                </a:moveTo>
                <a:cubicBezTo>
                  <a:pt x="0" y="264281"/>
                  <a:pt x="2647" y="261634"/>
                  <a:pt x="5912" y="261634"/>
                </a:cubicBezTo>
                <a:cubicBezTo>
                  <a:pt x="9178" y="261634"/>
                  <a:pt x="11825" y="264281"/>
                  <a:pt x="11825" y="267546"/>
                </a:cubicBezTo>
                <a:cubicBezTo>
                  <a:pt x="11825" y="270812"/>
                  <a:pt x="9178" y="273459"/>
                  <a:pt x="5912" y="273459"/>
                </a:cubicBezTo>
                <a:cubicBezTo>
                  <a:pt x="2647" y="273459"/>
                  <a:pt x="0" y="270812"/>
                  <a:pt x="0" y="267546"/>
                </a:cubicBezTo>
              </a:path>
            </a:pathLst>
          </a:custGeom>
          <a:noFill/>
          <a:ln w="14187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867091" y="2845527"/>
            <a:ext cx="1279331" cy="454103"/>
            <a:chOff x="867091" y="2845527"/>
            <a:chExt cx="1279331" cy="454103"/>
          </a:xfrm>
        </p:grpSpPr>
        <p:sp>
          <p:nvSpPr>
            <p:cNvPr id="16" name="TextBox 15"/>
            <p:cNvSpPr txBox="1"/>
            <p:nvPr/>
          </p:nvSpPr>
          <p:spPr>
            <a:xfrm>
              <a:off x="771142" y="2845527"/>
              <a:ext cx="1471230" cy="227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Deterministic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71142" y="3072602"/>
              <a:ext cx="1471230" cy="227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rules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856124" y="2959056"/>
            <a:ext cx="1388244" cy="2270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96661"/>
                </a:solidFill>
                <a:latin typeface="Funnel Display"/>
              </a:rPr>
              <a:t>AI assistance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181554" y="2845527"/>
            <a:ext cx="824388" cy="454103"/>
            <a:chOff x="5181554" y="2845527"/>
            <a:chExt cx="824388" cy="454103"/>
          </a:xfrm>
        </p:grpSpPr>
        <p:sp>
          <p:nvSpPr>
            <p:cNvPr id="20" name="TextBox 19"/>
            <p:cNvSpPr txBox="1"/>
            <p:nvPr/>
          </p:nvSpPr>
          <p:spPr>
            <a:xfrm>
              <a:off x="5119725" y="2845527"/>
              <a:ext cx="948046" cy="227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Source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19725" y="3072602"/>
              <a:ext cx="948046" cy="227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evidence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274288" y="2959055"/>
            <a:ext cx="725919" cy="454103"/>
            <a:chOff x="7274288" y="2959055"/>
            <a:chExt cx="725919" cy="454103"/>
          </a:xfrm>
        </p:grpSpPr>
        <p:sp>
          <p:nvSpPr>
            <p:cNvPr id="23" name="TextBox 22"/>
            <p:cNvSpPr txBox="1"/>
            <p:nvPr/>
          </p:nvSpPr>
          <p:spPr>
            <a:xfrm>
              <a:off x="7219845" y="2959055"/>
              <a:ext cx="834806" cy="227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Human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19845" y="3186130"/>
              <a:ext cx="834806" cy="227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400" b="1">
                  <a:solidFill>
                    <a:srgbClr val="196661"/>
                  </a:solidFill>
                  <a:latin typeface="Funnel Display"/>
                </a:rPr>
                <a:t>routing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939279" y="3299671"/>
            <a:ext cx="1221933" cy="510806"/>
            <a:chOff x="2939279" y="3299671"/>
            <a:chExt cx="1221933" cy="510806"/>
          </a:xfrm>
        </p:grpSpPr>
        <p:sp>
          <p:nvSpPr>
            <p:cNvPr id="26" name="TextBox 25"/>
            <p:cNvSpPr txBox="1"/>
            <p:nvPr/>
          </p:nvSpPr>
          <p:spPr>
            <a:xfrm>
              <a:off x="2847635" y="3299671"/>
              <a:ext cx="1405222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Assists with OCR,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47635" y="3469883"/>
              <a:ext cx="1405222" cy="170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classification, and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847635" y="3640190"/>
              <a:ext cx="1405222" cy="170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entity matching.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06438" y="3413213"/>
            <a:ext cx="1200626" cy="681066"/>
            <a:chOff x="906438" y="3413213"/>
            <a:chExt cx="1200626" cy="681066"/>
          </a:xfrm>
        </p:grpSpPr>
        <p:sp>
          <p:nvSpPr>
            <p:cNvPr id="30" name="TextBox 29"/>
            <p:cNvSpPr txBox="1"/>
            <p:nvPr/>
          </p:nvSpPr>
          <p:spPr>
            <a:xfrm>
              <a:off x="816392" y="3413213"/>
              <a:ext cx="1380719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Handle exact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16392" y="3583425"/>
              <a:ext cx="1380719" cy="170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requirements like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6392" y="3753732"/>
              <a:ext cx="1380719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dates, APN, and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16392" y="3923944"/>
              <a:ext cx="1380719" cy="170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relationships.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068626" y="3413213"/>
            <a:ext cx="1050255" cy="681066"/>
            <a:chOff x="5068626" y="3413213"/>
            <a:chExt cx="1050255" cy="681066"/>
          </a:xfrm>
        </p:grpSpPr>
        <p:sp>
          <p:nvSpPr>
            <p:cNvPr id="35" name="TextBox 34"/>
            <p:cNvSpPr txBox="1"/>
            <p:nvPr/>
          </p:nvSpPr>
          <p:spPr>
            <a:xfrm>
              <a:off x="4989857" y="3413213"/>
              <a:ext cx="1207793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Original source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89857" y="3583425"/>
              <a:ext cx="1207793" cy="170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evidence is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89857" y="3753732"/>
              <a:ext cx="1207793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maintained for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89857" y="3923944"/>
              <a:ext cx="1207793" cy="170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every result.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024971" y="3526737"/>
            <a:ext cx="1224562" cy="681065"/>
            <a:chOff x="7024971" y="3526737"/>
            <a:chExt cx="1224562" cy="681065"/>
          </a:xfrm>
        </p:grpSpPr>
        <p:sp>
          <p:nvSpPr>
            <p:cNvPr id="40" name="TextBox 39"/>
            <p:cNvSpPr txBox="1"/>
            <p:nvPr/>
          </p:nvSpPr>
          <p:spPr>
            <a:xfrm>
              <a:off x="6933129" y="3526737"/>
              <a:ext cx="1408246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Ambiguous cases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933129" y="3696948"/>
              <a:ext cx="1408246" cy="1703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are automatically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33129" y="3867255"/>
              <a:ext cx="1408246" cy="1702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routed to human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33129" y="4037467"/>
              <a:ext cx="1408246" cy="170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1000" b="0">
                  <a:solidFill>
                    <a:srgbClr val="196661"/>
                  </a:solidFill>
                  <a:latin typeface="Funnel Display"/>
                </a:rPr>
                <a:t>examiners.</a:t>
              </a:r>
            </a:p>
          </p:txBody>
        </p:sp>
      </p:grpSp>
      <p:sp>
        <p:nvSpPr>
          <p:cNvPr id="45" name="Rounded Rectangle 4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77576" y="1616898"/>
            <a:ext cx="1558779" cy="1558779"/>
          </a:xfrm>
          <a:custGeom>
            <a:avLst/>
            <a:gdLst/>
            <a:ahLst/>
            <a:cxnLst/>
            <a:rect l="0" t="0" r="0" b="0"/>
            <a:pathLst>
              <a:path w="1558779" h="1558779">
                <a:moveTo>
                  <a:pt x="240753" y="240753"/>
                </a:moveTo>
                <a:lnTo>
                  <a:pt x="1318025" y="240753"/>
                </a:lnTo>
                <a:lnTo>
                  <a:pt x="1318025" y="1318025"/>
                </a:lnTo>
                <a:lnTo>
                  <a:pt x="240753" y="1318025"/>
                </a:lnTo>
                <a:lnTo>
                  <a:pt x="240753" y="240753"/>
                </a:lnTo>
                <a:close/>
                <a:moveTo>
                  <a:pt x="240753" y="240753"/>
                </a:moveTo>
                <a:lnTo>
                  <a:pt x="0" y="0"/>
                </a:lnTo>
                <a:moveTo>
                  <a:pt x="1318025" y="240753"/>
                </a:moveTo>
                <a:lnTo>
                  <a:pt x="1558779" y="0"/>
                </a:lnTo>
                <a:moveTo>
                  <a:pt x="1318025" y="1318025"/>
                </a:moveTo>
                <a:lnTo>
                  <a:pt x="1558779" y="1558779"/>
                </a:lnTo>
                <a:moveTo>
                  <a:pt x="240753" y="1318025"/>
                </a:moveTo>
                <a:lnTo>
                  <a:pt x="0" y="1558779"/>
                </a:lnTo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42508" y="1033374"/>
            <a:ext cx="685533" cy="685533"/>
          </a:xfrm>
          <a:custGeom>
            <a:avLst/>
            <a:gdLst/>
            <a:ahLst/>
            <a:cxnLst/>
            <a:rect l="0" t="0" r="0" b="0"/>
            <a:pathLst>
              <a:path w="685533" h="685533">
                <a:moveTo>
                  <a:pt x="0" y="342766"/>
                </a:moveTo>
                <a:cubicBezTo>
                  <a:pt x="0" y="532076"/>
                  <a:pt x="153466" y="685533"/>
                  <a:pt x="342766" y="685533"/>
                </a:cubicBezTo>
                <a:cubicBezTo>
                  <a:pt x="532076" y="685533"/>
                  <a:pt x="685533" y="532076"/>
                  <a:pt x="685533" y="342766"/>
                </a:cubicBezTo>
                <a:cubicBezTo>
                  <a:pt x="685533" y="153466"/>
                  <a:pt x="532076" y="0"/>
                  <a:pt x="342766" y="0"/>
                </a:cubicBezTo>
                <a:cubicBezTo>
                  <a:pt x="153466" y="0"/>
                  <a:pt x="0" y="153466"/>
                  <a:pt x="0" y="342766"/>
                </a:cubicBezTo>
              </a:path>
            </a:pathLst>
          </a:custGeom>
          <a:solidFill>
            <a:srgbClr val="14BAB7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2508" y="1033374"/>
            <a:ext cx="685536" cy="685536"/>
          </a:xfrm>
          <a:custGeom>
            <a:avLst/>
            <a:gdLst/>
            <a:ahLst/>
            <a:cxnLst/>
            <a:rect l="0" t="0" r="0" b="0"/>
            <a:pathLst>
              <a:path w="685536" h="685536">
                <a:moveTo>
                  <a:pt x="0" y="342768"/>
                </a:moveTo>
                <a:cubicBezTo>
                  <a:pt x="0" y="532073"/>
                  <a:pt x="153462" y="685536"/>
                  <a:pt x="342768" y="685536"/>
                </a:cubicBezTo>
                <a:cubicBezTo>
                  <a:pt x="532073" y="685536"/>
                  <a:pt x="685536" y="532073"/>
                  <a:pt x="685536" y="342768"/>
                </a:cubicBezTo>
                <a:cubicBezTo>
                  <a:pt x="685536" y="153462"/>
                  <a:pt x="532073" y="0"/>
                  <a:pt x="342768" y="0"/>
                </a:cubicBezTo>
                <a:cubicBezTo>
                  <a:pt x="153462" y="0"/>
                  <a:pt x="0" y="153462"/>
                  <a:pt x="0" y="342768"/>
                </a:cubicBezTo>
              </a:path>
            </a:pathLst>
          </a:custGeom>
          <a:noFill/>
          <a:ln w="122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2508" y="3073663"/>
            <a:ext cx="685533" cy="685533"/>
          </a:xfrm>
          <a:custGeom>
            <a:avLst/>
            <a:gdLst/>
            <a:ahLst/>
            <a:cxnLst/>
            <a:rect l="0" t="0" r="0" b="0"/>
            <a:pathLst>
              <a:path w="685533" h="685533">
                <a:moveTo>
                  <a:pt x="0" y="342766"/>
                </a:moveTo>
                <a:cubicBezTo>
                  <a:pt x="0" y="532076"/>
                  <a:pt x="153466" y="685533"/>
                  <a:pt x="342766" y="685533"/>
                </a:cubicBezTo>
                <a:cubicBezTo>
                  <a:pt x="532076" y="685533"/>
                  <a:pt x="685533" y="532076"/>
                  <a:pt x="685533" y="342766"/>
                </a:cubicBezTo>
                <a:cubicBezTo>
                  <a:pt x="685533" y="153466"/>
                  <a:pt x="532076" y="0"/>
                  <a:pt x="342766" y="0"/>
                </a:cubicBezTo>
                <a:cubicBezTo>
                  <a:pt x="153466" y="0"/>
                  <a:pt x="0" y="153466"/>
                  <a:pt x="0" y="342766"/>
                </a:cubicBezTo>
              </a:path>
            </a:pathLst>
          </a:custGeom>
          <a:solidFill>
            <a:srgbClr val="14BAB7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42508" y="3073663"/>
            <a:ext cx="685536" cy="685536"/>
          </a:xfrm>
          <a:custGeom>
            <a:avLst/>
            <a:gdLst/>
            <a:ahLst/>
            <a:cxnLst/>
            <a:rect l="0" t="0" r="0" b="0"/>
            <a:pathLst>
              <a:path w="685536" h="685536">
                <a:moveTo>
                  <a:pt x="0" y="342768"/>
                </a:moveTo>
                <a:cubicBezTo>
                  <a:pt x="0" y="532073"/>
                  <a:pt x="153462" y="685536"/>
                  <a:pt x="342768" y="685536"/>
                </a:cubicBezTo>
                <a:cubicBezTo>
                  <a:pt x="532073" y="685536"/>
                  <a:pt x="685536" y="532073"/>
                  <a:pt x="685536" y="342768"/>
                </a:cubicBezTo>
                <a:cubicBezTo>
                  <a:pt x="685536" y="153462"/>
                  <a:pt x="532073" y="0"/>
                  <a:pt x="342768" y="0"/>
                </a:cubicBezTo>
                <a:cubicBezTo>
                  <a:pt x="153462" y="0"/>
                  <a:pt x="0" y="153462"/>
                  <a:pt x="0" y="342768"/>
                </a:cubicBezTo>
              </a:path>
            </a:pathLst>
          </a:custGeom>
          <a:noFill/>
          <a:ln w="122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4059" y="3073663"/>
            <a:ext cx="685533" cy="685533"/>
          </a:xfrm>
          <a:custGeom>
            <a:avLst/>
            <a:gdLst/>
            <a:ahLst/>
            <a:cxnLst/>
            <a:rect l="0" t="0" r="0" b="0"/>
            <a:pathLst>
              <a:path w="685533" h="685533">
                <a:moveTo>
                  <a:pt x="0" y="342766"/>
                </a:moveTo>
                <a:cubicBezTo>
                  <a:pt x="0" y="532076"/>
                  <a:pt x="153466" y="685533"/>
                  <a:pt x="342766" y="685533"/>
                </a:cubicBezTo>
                <a:cubicBezTo>
                  <a:pt x="532076" y="685533"/>
                  <a:pt x="685533" y="532076"/>
                  <a:pt x="685533" y="342766"/>
                </a:cubicBezTo>
                <a:cubicBezTo>
                  <a:pt x="685533" y="153466"/>
                  <a:pt x="532076" y="0"/>
                  <a:pt x="342766" y="0"/>
                </a:cubicBezTo>
                <a:cubicBezTo>
                  <a:pt x="153466" y="0"/>
                  <a:pt x="0" y="153466"/>
                  <a:pt x="0" y="342766"/>
                </a:cubicBezTo>
              </a:path>
            </a:pathLst>
          </a:custGeom>
          <a:solidFill>
            <a:srgbClr val="14BAB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4059" y="3073664"/>
            <a:ext cx="685536" cy="685536"/>
          </a:xfrm>
          <a:custGeom>
            <a:avLst/>
            <a:gdLst/>
            <a:ahLst/>
            <a:cxnLst/>
            <a:rect l="0" t="0" r="0" b="0"/>
            <a:pathLst>
              <a:path w="685536" h="685536">
                <a:moveTo>
                  <a:pt x="0" y="342768"/>
                </a:moveTo>
                <a:cubicBezTo>
                  <a:pt x="0" y="532074"/>
                  <a:pt x="153462" y="685536"/>
                  <a:pt x="342768" y="685536"/>
                </a:cubicBezTo>
                <a:cubicBezTo>
                  <a:pt x="532074" y="685536"/>
                  <a:pt x="685536" y="532074"/>
                  <a:pt x="685536" y="342768"/>
                </a:cubicBezTo>
                <a:cubicBezTo>
                  <a:pt x="685536" y="153462"/>
                  <a:pt x="532074" y="0"/>
                  <a:pt x="342768" y="0"/>
                </a:cubicBezTo>
                <a:cubicBezTo>
                  <a:pt x="153462" y="0"/>
                  <a:pt x="0" y="153462"/>
                  <a:pt x="0" y="342768"/>
                </a:cubicBezTo>
              </a:path>
            </a:pathLst>
          </a:custGeom>
          <a:noFill/>
          <a:ln w="122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4059" y="1033374"/>
            <a:ext cx="685533" cy="685542"/>
          </a:xfrm>
          <a:custGeom>
            <a:avLst/>
            <a:gdLst/>
            <a:ahLst/>
            <a:cxnLst/>
            <a:rect l="0" t="0" r="0" b="0"/>
            <a:pathLst>
              <a:path w="685533" h="685542">
                <a:moveTo>
                  <a:pt x="0" y="342776"/>
                </a:moveTo>
                <a:cubicBezTo>
                  <a:pt x="0" y="532076"/>
                  <a:pt x="153466" y="685542"/>
                  <a:pt x="342766" y="685542"/>
                </a:cubicBezTo>
                <a:cubicBezTo>
                  <a:pt x="532076" y="685542"/>
                  <a:pt x="685533" y="532076"/>
                  <a:pt x="685533" y="342776"/>
                </a:cubicBezTo>
                <a:cubicBezTo>
                  <a:pt x="685533" y="153466"/>
                  <a:pt x="532076" y="0"/>
                  <a:pt x="342766" y="0"/>
                </a:cubicBezTo>
                <a:cubicBezTo>
                  <a:pt x="153466" y="0"/>
                  <a:pt x="0" y="153466"/>
                  <a:pt x="0" y="342776"/>
                </a:cubicBez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94059" y="1033377"/>
            <a:ext cx="685536" cy="685536"/>
          </a:xfrm>
          <a:custGeom>
            <a:avLst/>
            <a:gdLst/>
            <a:ahLst/>
            <a:cxnLst/>
            <a:rect l="0" t="0" r="0" b="0"/>
            <a:pathLst>
              <a:path w="685536" h="685536">
                <a:moveTo>
                  <a:pt x="0" y="342768"/>
                </a:moveTo>
                <a:cubicBezTo>
                  <a:pt x="0" y="532074"/>
                  <a:pt x="153462" y="685536"/>
                  <a:pt x="342768" y="685536"/>
                </a:cubicBezTo>
                <a:cubicBezTo>
                  <a:pt x="532074" y="685536"/>
                  <a:pt x="685536" y="532074"/>
                  <a:pt x="685536" y="342768"/>
                </a:cubicBezTo>
                <a:cubicBezTo>
                  <a:pt x="685536" y="153462"/>
                  <a:pt x="532074" y="0"/>
                  <a:pt x="342768" y="0"/>
                </a:cubicBezTo>
                <a:cubicBezTo>
                  <a:pt x="153462" y="0"/>
                  <a:pt x="0" y="153462"/>
                  <a:pt x="0" y="342768"/>
                </a:cubicBezTo>
              </a:path>
            </a:pathLst>
          </a:custGeom>
          <a:noFill/>
          <a:ln w="12243">
            <a:solidFill>
              <a:srgbClr val="F2F9F9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419100" y="400050"/>
            <a:ext cx="2103243" cy="914400"/>
            <a:chOff x="419100" y="400050"/>
            <a:chExt cx="2103243" cy="914400"/>
          </a:xfrm>
        </p:grpSpPr>
        <p:sp>
          <p:nvSpPr>
            <p:cNvPr id="11" name="TextBox 10"/>
            <p:cNvSpPr txBox="1"/>
            <p:nvPr/>
          </p:nvSpPr>
          <p:spPr>
            <a:xfrm>
              <a:off x="419100" y="400050"/>
              <a:ext cx="24187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Business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19100" y="857250"/>
              <a:ext cx="241872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Value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898552" y="902798"/>
            <a:ext cx="1190814" cy="19587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00" b="1">
                <a:solidFill>
                  <a:srgbClr val="196661"/>
                </a:solidFill>
                <a:latin typeface="Funnel Display"/>
              </a:rPr>
              <a:t>Improved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2797" y="1172114"/>
            <a:ext cx="379491" cy="379493"/>
          </a:xfrm>
          <a:custGeom>
            <a:avLst/>
            <a:gdLst/>
            <a:ahLst/>
            <a:cxnLst/>
            <a:rect l="0" t="0" r="0" b="0"/>
            <a:pathLst>
              <a:path w="379491" h="379493">
                <a:moveTo>
                  <a:pt x="199946" y="263605"/>
                </a:moveTo>
                <a:cubicBezTo>
                  <a:pt x="269358" y="263605"/>
                  <a:pt x="325628" y="207335"/>
                  <a:pt x="325628" y="137923"/>
                </a:cubicBezTo>
                <a:cubicBezTo>
                  <a:pt x="325628" y="68511"/>
                  <a:pt x="269358" y="12241"/>
                  <a:pt x="199946" y="12241"/>
                </a:cubicBezTo>
                <a:cubicBezTo>
                  <a:pt x="130534" y="12241"/>
                  <a:pt x="74265" y="68511"/>
                  <a:pt x="74265" y="137923"/>
                </a:cubicBezTo>
                <a:cubicBezTo>
                  <a:pt x="74265" y="207335"/>
                  <a:pt x="130534" y="263605"/>
                  <a:pt x="199946" y="263605"/>
                </a:cubicBezTo>
                <a:close/>
                <a:moveTo>
                  <a:pt x="0" y="0"/>
                </a:moveTo>
                <a:moveTo>
                  <a:pt x="379491" y="317472"/>
                </a:moveTo>
                <a:lnTo>
                  <a:pt x="288086" y="227699"/>
                </a:lnTo>
                <a:moveTo>
                  <a:pt x="44886" y="61208"/>
                </a:moveTo>
                <a:cubicBezTo>
                  <a:pt x="26931" y="61208"/>
                  <a:pt x="12241" y="75898"/>
                  <a:pt x="12241" y="93853"/>
                </a:cubicBezTo>
                <a:lnTo>
                  <a:pt x="12241" y="346848"/>
                </a:lnTo>
                <a:cubicBezTo>
                  <a:pt x="12241" y="364803"/>
                  <a:pt x="26931" y="379493"/>
                  <a:pt x="44886" y="379493"/>
                </a:cubicBezTo>
                <a:lnTo>
                  <a:pt x="208109" y="379493"/>
                </a:lnTo>
                <a:cubicBezTo>
                  <a:pt x="226063" y="379493"/>
                  <a:pt x="240753" y="364803"/>
                  <a:pt x="240753" y="346848"/>
                </a:cubicBezTo>
                <a:lnTo>
                  <a:pt x="240753" y="306043"/>
                </a:lnTo>
                <a:moveTo>
                  <a:pt x="240753" y="199948"/>
                </a:moveTo>
                <a:lnTo>
                  <a:pt x="240753" y="93853"/>
                </a:lnTo>
                <a:cubicBezTo>
                  <a:pt x="240753" y="75898"/>
                  <a:pt x="226063" y="61208"/>
                  <a:pt x="208109" y="61208"/>
                </a:cubicBezTo>
                <a:lnTo>
                  <a:pt x="167303" y="61208"/>
                </a:lnTo>
                <a:moveTo>
                  <a:pt x="180359" y="159142"/>
                </a:moveTo>
                <a:lnTo>
                  <a:pt x="123232" y="159142"/>
                </a:lnTo>
                <a:moveTo>
                  <a:pt x="180359" y="110175"/>
                </a:moveTo>
                <a:lnTo>
                  <a:pt x="131393" y="110175"/>
                </a:lnTo>
                <a:moveTo>
                  <a:pt x="180359" y="208109"/>
                </a:moveTo>
                <a:lnTo>
                  <a:pt x="164037" y="208109"/>
                </a:lnTo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54696" y="1180275"/>
            <a:ext cx="277479" cy="375412"/>
          </a:xfrm>
          <a:custGeom>
            <a:avLst/>
            <a:gdLst/>
            <a:ahLst/>
            <a:cxnLst/>
            <a:rect l="0" t="0" r="0" b="0"/>
            <a:pathLst>
              <a:path w="277479" h="375412">
                <a:moveTo>
                  <a:pt x="32644" y="48966"/>
                </a:moveTo>
                <a:lnTo>
                  <a:pt x="244834" y="48966"/>
                </a:lnTo>
                <a:cubicBezTo>
                  <a:pt x="244834" y="48966"/>
                  <a:pt x="277479" y="48966"/>
                  <a:pt x="277479" y="81611"/>
                </a:cubicBezTo>
                <a:lnTo>
                  <a:pt x="277479" y="293801"/>
                </a:lnTo>
                <a:cubicBezTo>
                  <a:pt x="277479" y="293801"/>
                  <a:pt x="277479" y="326446"/>
                  <a:pt x="244834" y="326446"/>
                </a:cubicBezTo>
                <a:lnTo>
                  <a:pt x="32644" y="326446"/>
                </a:lnTo>
                <a:cubicBezTo>
                  <a:pt x="32644" y="326446"/>
                  <a:pt x="0" y="326446"/>
                  <a:pt x="0" y="293801"/>
                </a:cubicBezTo>
                <a:lnTo>
                  <a:pt x="0" y="81611"/>
                </a:lnTo>
                <a:cubicBezTo>
                  <a:pt x="0" y="81611"/>
                  <a:pt x="0" y="48966"/>
                  <a:pt x="32644" y="48966"/>
                </a:cubicBezTo>
                <a:moveTo>
                  <a:pt x="212189" y="48966"/>
                </a:moveTo>
                <a:lnTo>
                  <a:pt x="65289" y="48966"/>
                </a:lnTo>
                <a:lnTo>
                  <a:pt x="81611" y="0"/>
                </a:lnTo>
                <a:lnTo>
                  <a:pt x="195867" y="0"/>
                </a:lnTo>
                <a:lnTo>
                  <a:pt x="212189" y="48966"/>
                </a:lnTo>
                <a:close/>
                <a:moveTo>
                  <a:pt x="65289" y="326446"/>
                </a:moveTo>
                <a:lnTo>
                  <a:pt x="212189" y="326446"/>
                </a:lnTo>
                <a:lnTo>
                  <a:pt x="195867" y="375412"/>
                </a:lnTo>
                <a:lnTo>
                  <a:pt x="81611" y="375412"/>
                </a:lnTo>
                <a:lnTo>
                  <a:pt x="65289" y="326446"/>
                </a:lnTo>
                <a:close/>
                <a:moveTo>
                  <a:pt x="89772" y="212189"/>
                </a:moveTo>
                <a:lnTo>
                  <a:pt x="114256" y="212189"/>
                </a:lnTo>
                <a:lnTo>
                  <a:pt x="114256" y="277479"/>
                </a:lnTo>
                <a:lnTo>
                  <a:pt x="193908" y="176688"/>
                </a:lnTo>
                <a:cubicBezTo>
                  <a:pt x="195979" y="174267"/>
                  <a:pt x="196452" y="170863"/>
                  <a:pt x="195119" y="167969"/>
                </a:cubicBezTo>
                <a:cubicBezTo>
                  <a:pt x="193786" y="165076"/>
                  <a:pt x="190892" y="163222"/>
                  <a:pt x="187706" y="163223"/>
                </a:cubicBezTo>
                <a:lnTo>
                  <a:pt x="163222" y="163223"/>
                </a:lnTo>
                <a:lnTo>
                  <a:pt x="163222" y="97933"/>
                </a:lnTo>
                <a:lnTo>
                  <a:pt x="83570" y="198724"/>
                </a:lnTo>
                <a:cubicBezTo>
                  <a:pt x="81499" y="201144"/>
                  <a:pt x="81026" y="204549"/>
                  <a:pt x="82359" y="207443"/>
                </a:cubicBezTo>
                <a:cubicBezTo>
                  <a:pt x="83692" y="210336"/>
                  <a:pt x="86586" y="212190"/>
                  <a:pt x="89772" y="212189"/>
                </a:cubicBezTo>
                <a:close/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9" name="Group 18"/>
          <p:cNvGrpSpPr/>
          <p:nvPr/>
        </p:nvGrpSpPr>
        <p:grpSpPr>
          <a:xfrm>
            <a:off x="7432732" y="886489"/>
            <a:ext cx="870946" cy="391724"/>
            <a:chOff x="7432732" y="886489"/>
            <a:chExt cx="870946" cy="391724"/>
          </a:xfrm>
        </p:grpSpPr>
        <p:sp>
          <p:nvSpPr>
            <p:cNvPr id="17" name="TextBox 16"/>
            <p:cNvSpPr txBox="1"/>
            <p:nvPr/>
          </p:nvSpPr>
          <p:spPr>
            <a:xfrm>
              <a:off x="7432732" y="886489"/>
              <a:ext cx="1001587" cy="195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96661"/>
                  </a:solidFill>
                  <a:latin typeface="Funnel Display"/>
                </a:rPr>
                <a:t>Faster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432732" y="1082323"/>
              <a:ext cx="1001587" cy="195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96661"/>
                  </a:solidFill>
                  <a:latin typeface="Funnel Display"/>
                </a:rPr>
                <a:t>Processing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092938" y="1196605"/>
            <a:ext cx="996429" cy="652880"/>
            <a:chOff x="3092938" y="1196605"/>
            <a:chExt cx="996429" cy="652880"/>
          </a:xfrm>
        </p:grpSpPr>
        <p:sp>
          <p:nvSpPr>
            <p:cNvPr id="20" name="TextBox 19"/>
            <p:cNvSpPr txBox="1"/>
            <p:nvPr/>
          </p:nvSpPr>
          <p:spPr>
            <a:xfrm>
              <a:off x="2943474" y="1196605"/>
              <a:ext cx="1145893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Visible evidence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43474" y="1359863"/>
              <a:ext cx="1145893" cy="16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and references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43474" y="1523026"/>
              <a:ext cx="1145893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before the typing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43474" y="1686285"/>
              <a:ext cx="1145893" cy="16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stage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432732" y="1376159"/>
            <a:ext cx="1142037" cy="489650"/>
            <a:chOff x="7432732" y="1376159"/>
            <a:chExt cx="1142037" cy="489650"/>
          </a:xfrm>
        </p:grpSpPr>
        <p:sp>
          <p:nvSpPr>
            <p:cNvPr id="25" name="TextBox 24"/>
            <p:cNvSpPr txBox="1"/>
            <p:nvPr/>
          </p:nvSpPr>
          <p:spPr>
            <a:xfrm>
              <a:off x="7432732" y="1376159"/>
              <a:ext cx="1313342" cy="16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Reduced repetitive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32732" y="1539322"/>
              <a:ext cx="1313342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searching and data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432732" y="1702580"/>
              <a:ext cx="1313342" cy="163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entry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5475246" y="2120848"/>
            <a:ext cx="563119" cy="550877"/>
          </a:xfrm>
          <a:custGeom>
            <a:avLst/>
            <a:gdLst/>
            <a:ahLst/>
            <a:cxnLst/>
            <a:rect l="0" t="0" r="0" b="0"/>
            <a:pathLst>
              <a:path w="563119" h="550877">
                <a:moveTo>
                  <a:pt x="0" y="550877"/>
                </a:moveTo>
                <a:lnTo>
                  <a:pt x="563119" y="550877"/>
                </a:lnTo>
                <a:moveTo>
                  <a:pt x="97835" y="550877"/>
                </a:moveTo>
                <a:lnTo>
                  <a:pt x="97835" y="489669"/>
                </a:lnTo>
                <a:cubicBezTo>
                  <a:pt x="97835" y="482908"/>
                  <a:pt x="92355" y="477427"/>
                  <a:pt x="85594" y="477427"/>
                </a:cubicBezTo>
                <a:lnTo>
                  <a:pt x="36627" y="477427"/>
                </a:lnTo>
                <a:cubicBezTo>
                  <a:pt x="29866" y="477427"/>
                  <a:pt x="24385" y="482908"/>
                  <a:pt x="24385" y="489669"/>
                </a:cubicBezTo>
                <a:lnTo>
                  <a:pt x="24385" y="550877"/>
                </a:lnTo>
                <a:moveTo>
                  <a:pt x="244736" y="550877"/>
                </a:moveTo>
                <a:lnTo>
                  <a:pt x="244736" y="391735"/>
                </a:lnTo>
                <a:cubicBezTo>
                  <a:pt x="244736" y="384974"/>
                  <a:pt x="239255" y="379493"/>
                  <a:pt x="232494" y="379493"/>
                </a:cubicBezTo>
                <a:lnTo>
                  <a:pt x="183527" y="379493"/>
                </a:lnTo>
                <a:cubicBezTo>
                  <a:pt x="176767" y="379493"/>
                  <a:pt x="171286" y="384974"/>
                  <a:pt x="171286" y="391735"/>
                </a:cubicBezTo>
                <a:lnTo>
                  <a:pt x="171286" y="550877"/>
                </a:lnTo>
                <a:moveTo>
                  <a:pt x="391637" y="550877"/>
                </a:moveTo>
                <a:lnTo>
                  <a:pt x="391637" y="293801"/>
                </a:lnTo>
                <a:cubicBezTo>
                  <a:pt x="391637" y="287040"/>
                  <a:pt x="386156" y="281559"/>
                  <a:pt x="379395" y="281559"/>
                </a:cubicBezTo>
                <a:lnTo>
                  <a:pt x="330428" y="281559"/>
                </a:lnTo>
                <a:cubicBezTo>
                  <a:pt x="323667" y="281559"/>
                  <a:pt x="318186" y="287040"/>
                  <a:pt x="318186" y="293801"/>
                </a:cubicBezTo>
                <a:lnTo>
                  <a:pt x="318186" y="550877"/>
                </a:lnTo>
                <a:moveTo>
                  <a:pt x="538537" y="550877"/>
                </a:moveTo>
                <a:lnTo>
                  <a:pt x="538537" y="195867"/>
                </a:lnTo>
                <a:cubicBezTo>
                  <a:pt x="538537" y="189106"/>
                  <a:pt x="533057" y="183625"/>
                  <a:pt x="526296" y="183625"/>
                </a:cubicBezTo>
                <a:lnTo>
                  <a:pt x="477329" y="183625"/>
                </a:lnTo>
                <a:cubicBezTo>
                  <a:pt x="470568" y="183625"/>
                  <a:pt x="465087" y="189106"/>
                  <a:pt x="465087" y="195867"/>
                </a:cubicBezTo>
                <a:lnTo>
                  <a:pt x="465087" y="550877"/>
                </a:lnTo>
                <a:moveTo>
                  <a:pt x="61208" y="306043"/>
                </a:moveTo>
                <a:lnTo>
                  <a:pt x="501910" y="12241"/>
                </a:lnTo>
                <a:moveTo>
                  <a:pt x="489669" y="110175"/>
                </a:moveTo>
                <a:lnTo>
                  <a:pt x="501910" y="12241"/>
                </a:lnTo>
                <a:lnTo>
                  <a:pt x="403976" y="0"/>
                </a:lnTo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53272" y="3253702"/>
            <a:ext cx="350784" cy="341777"/>
          </a:xfrm>
          <a:custGeom>
            <a:avLst/>
            <a:gdLst/>
            <a:ahLst/>
            <a:cxnLst/>
            <a:rect l="0" t="0" r="0" b="0"/>
            <a:pathLst>
              <a:path w="350784" h="341777">
                <a:moveTo>
                  <a:pt x="178656" y="161307"/>
                </a:moveTo>
                <a:cubicBezTo>
                  <a:pt x="176575" y="162216"/>
                  <a:pt x="174209" y="162216"/>
                  <a:pt x="172127" y="161307"/>
                </a:cubicBezTo>
                <a:lnTo>
                  <a:pt x="4905" y="88591"/>
                </a:lnTo>
                <a:cubicBezTo>
                  <a:pt x="1926" y="87296"/>
                  <a:pt x="0" y="84356"/>
                  <a:pt x="0" y="81108"/>
                </a:cubicBezTo>
                <a:cubicBezTo>
                  <a:pt x="0" y="77859"/>
                  <a:pt x="1926" y="74920"/>
                  <a:pt x="4905" y="73624"/>
                </a:cubicBezTo>
                <a:lnTo>
                  <a:pt x="172127" y="908"/>
                </a:lnTo>
                <a:cubicBezTo>
                  <a:pt x="174209" y="0"/>
                  <a:pt x="176575" y="0"/>
                  <a:pt x="178656" y="908"/>
                </a:cubicBezTo>
                <a:lnTo>
                  <a:pt x="345878" y="73624"/>
                </a:lnTo>
                <a:cubicBezTo>
                  <a:pt x="348857" y="74920"/>
                  <a:pt x="350784" y="77859"/>
                  <a:pt x="350784" y="81108"/>
                </a:cubicBezTo>
                <a:cubicBezTo>
                  <a:pt x="350784" y="84356"/>
                  <a:pt x="348857" y="87296"/>
                  <a:pt x="345878" y="88591"/>
                </a:cubicBezTo>
                <a:close/>
                <a:moveTo>
                  <a:pt x="259860" y="126002"/>
                </a:moveTo>
                <a:lnTo>
                  <a:pt x="345878" y="163413"/>
                </a:lnTo>
                <a:cubicBezTo>
                  <a:pt x="348857" y="164709"/>
                  <a:pt x="350784" y="167648"/>
                  <a:pt x="350784" y="170897"/>
                </a:cubicBezTo>
                <a:cubicBezTo>
                  <a:pt x="350784" y="174145"/>
                  <a:pt x="348857" y="177084"/>
                  <a:pt x="345878" y="178380"/>
                </a:cubicBezTo>
                <a:lnTo>
                  <a:pt x="178656" y="251096"/>
                </a:lnTo>
                <a:cubicBezTo>
                  <a:pt x="176575" y="252005"/>
                  <a:pt x="174209" y="252005"/>
                  <a:pt x="172127" y="251096"/>
                </a:cubicBezTo>
                <a:lnTo>
                  <a:pt x="4905" y="178380"/>
                </a:lnTo>
                <a:cubicBezTo>
                  <a:pt x="1926" y="177084"/>
                  <a:pt x="0" y="174145"/>
                  <a:pt x="0" y="170897"/>
                </a:cubicBezTo>
                <a:cubicBezTo>
                  <a:pt x="0" y="167648"/>
                  <a:pt x="1926" y="164709"/>
                  <a:pt x="4905" y="163413"/>
                </a:cubicBezTo>
                <a:lnTo>
                  <a:pt x="90924" y="126002"/>
                </a:lnTo>
                <a:moveTo>
                  <a:pt x="259860" y="215775"/>
                </a:moveTo>
                <a:lnTo>
                  <a:pt x="345878" y="253185"/>
                </a:lnTo>
                <a:cubicBezTo>
                  <a:pt x="348857" y="254481"/>
                  <a:pt x="350784" y="257421"/>
                  <a:pt x="350784" y="260669"/>
                </a:cubicBezTo>
                <a:cubicBezTo>
                  <a:pt x="350784" y="263918"/>
                  <a:pt x="348857" y="266857"/>
                  <a:pt x="345878" y="268153"/>
                </a:cubicBezTo>
                <a:lnTo>
                  <a:pt x="178656" y="340869"/>
                </a:lnTo>
                <a:cubicBezTo>
                  <a:pt x="176575" y="341777"/>
                  <a:pt x="174209" y="341777"/>
                  <a:pt x="172127" y="340869"/>
                </a:cubicBezTo>
                <a:lnTo>
                  <a:pt x="4905" y="268153"/>
                </a:lnTo>
                <a:cubicBezTo>
                  <a:pt x="1926" y="266857"/>
                  <a:pt x="0" y="263918"/>
                  <a:pt x="0" y="260669"/>
                </a:cubicBezTo>
                <a:cubicBezTo>
                  <a:pt x="0" y="257421"/>
                  <a:pt x="1926" y="254481"/>
                  <a:pt x="4905" y="253185"/>
                </a:cubicBezTo>
                <a:lnTo>
                  <a:pt x="90924" y="215775"/>
                </a:lnTo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97568" y="3228723"/>
            <a:ext cx="375098" cy="379007"/>
          </a:xfrm>
          <a:custGeom>
            <a:avLst/>
            <a:gdLst/>
            <a:ahLst/>
            <a:cxnLst/>
            <a:rect l="0" t="0" r="0" b="0"/>
            <a:pathLst>
              <a:path w="375098" h="379007">
                <a:moveTo>
                  <a:pt x="273904" y="368263"/>
                </a:moveTo>
                <a:cubicBezTo>
                  <a:pt x="274733" y="370754"/>
                  <a:pt x="274315" y="373491"/>
                  <a:pt x="272778" y="375619"/>
                </a:cubicBezTo>
                <a:cubicBezTo>
                  <a:pt x="271242" y="377747"/>
                  <a:pt x="268776" y="379007"/>
                  <a:pt x="266151" y="379003"/>
                </a:cubicBezTo>
                <a:lnTo>
                  <a:pt x="125583" y="379003"/>
                </a:lnTo>
                <a:cubicBezTo>
                  <a:pt x="122958" y="379007"/>
                  <a:pt x="120492" y="377747"/>
                  <a:pt x="118956" y="375619"/>
                </a:cubicBezTo>
                <a:cubicBezTo>
                  <a:pt x="117420" y="373491"/>
                  <a:pt x="117001" y="370754"/>
                  <a:pt x="117830" y="368263"/>
                </a:cubicBezTo>
                <a:lnTo>
                  <a:pt x="125420" y="345526"/>
                </a:lnTo>
                <a:cubicBezTo>
                  <a:pt x="128503" y="336280"/>
                  <a:pt x="137154" y="330042"/>
                  <a:pt x="146900" y="330036"/>
                </a:cubicBezTo>
                <a:lnTo>
                  <a:pt x="244834" y="330036"/>
                </a:lnTo>
                <a:cubicBezTo>
                  <a:pt x="254581" y="330042"/>
                  <a:pt x="263231" y="336280"/>
                  <a:pt x="266314" y="345526"/>
                </a:cubicBezTo>
                <a:close/>
                <a:moveTo>
                  <a:pt x="228512" y="330036"/>
                </a:moveTo>
                <a:lnTo>
                  <a:pt x="163222" y="330036"/>
                </a:lnTo>
                <a:lnTo>
                  <a:pt x="163222" y="313714"/>
                </a:lnTo>
                <a:cubicBezTo>
                  <a:pt x="163222" y="295685"/>
                  <a:pt x="177838" y="281070"/>
                  <a:pt x="195867" y="281070"/>
                </a:cubicBezTo>
                <a:cubicBezTo>
                  <a:pt x="213896" y="281070"/>
                  <a:pt x="228512" y="295685"/>
                  <a:pt x="228512" y="313714"/>
                </a:cubicBezTo>
                <a:close/>
                <a:moveTo>
                  <a:pt x="0" y="0"/>
                </a:moveTo>
                <a:moveTo>
                  <a:pt x="195867" y="281070"/>
                </a:moveTo>
                <a:lnTo>
                  <a:pt x="195867" y="85202"/>
                </a:lnTo>
                <a:moveTo>
                  <a:pt x="220351" y="60718"/>
                </a:moveTo>
                <a:cubicBezTo>
                  <a:pt x="220351" y="74240"/>
                  <a:pt x="209389" y="85202"/>
                  <a:pt x="195867" y="85202"/>
                </a:cubicBezTo>
                <a:cubicBezTo>
                  <a:pt x="182345" y="85202"/>
                  <a:pt x="171384" y="74240"/>
                  <a:pt x="171384" y="60718"/>
                </a:cubicBezTo>
                <a:cubicBezTo>
                  <a:pt x="174858" y="45393"/>
                  <a:pt x="180672" y="30694"/>
                  <a:pt x="188620" y="17138"/>
                </a:cubicBezTo>
                <a:cubicBezTo>
                  <a:pt x="190022" y="14430"/>
                  <a:pt x="192818" y="12730"/>
                  <a:pt x="195867" y="12730"/>
                </a:cubicBezTo>
                <a:cubicBezTo>
                  <a:pt x="198917" y="12730"/>
                  <a:pt x="201712" y="14430"/>
                  <a:pt x="203114" y="17138"/>
                </a:cubicBezTo>
                <a:cubicBezTo>
                  <a:pt x="211073" y="30689"/>
                  <a:pt x="216887" y="45390"/>
                  <a:pt x="220351" y="60718"/>
                </a:cubicBezTo>
                <a:close/>
                <a:moveTo>
                  <a:pt x="0" y="0"/>
                </a:moveTo>
                <a:moveTo>
                  <a:pt x="48966" y="117847"/>
                </a:moveTo>
                <a:lnTo>
                  <a:pt x="342768" y="117847"/>
                </a:lnTo>
                <a:moveTo>
                  <a:pt x="0" y="0"/>
                </a:moveTo>
                <a:moveTo>
                  <a:pt x="81611" y="117847"/>
                </a:moveTo>
                <a:lnTo>
                  <a:pt x="81611" y="199458"/>
                </a:lnTo>
                <a:moveTo>
                  <a:pt x="138151" y="199458"/>
                </a:moveTo>
                <a:cubicBezTo>
                  <a:pt x="140533" y="199434"/>
                  <a:pt x="142805" y="200451"/>
                  <a:pt x="144374" y="202242"/>
                </a:cubicBezTo>
                <a:cubicBezTo>
                  <a:pt x="145943" y="204034"/>
                  <a:pt x="146651" y="206421"/>
                  <a:pt x="146313" y="208778"/>
                </a:cubicBezTo>
                <a:cubicBezTo>
                  <a:pt x="141728" y="240953"/>
                  <a:pt x="114176" y="264857"/>
                  <a:pt x="81676" y="264857"/>
                </a:cubicBezTo>
                <a:cubicBezTo>
                  <a:pt x="49176" y="264857"/>
                  <a:pt x="21625" y="240953"/>
                  <a:pt x="17040" y="208778"/>
                </a:cubicBezTo>
                <a:cubicBezTo>
                  <a:pt x="16702" y="206421"/>
                  <a:pt x="17410" y="204034"/>
                  <a:pt x="18978" y="202242"/>
                </a:cubicBezTo>
                <a:cubicBezTo>
                  <a:pt x="20547" y="200451"/>
                  <a:pt x="22820" y="199434"/>
                  <a:pt x="25201" y="199458"/>
                </a:cubicBezTo>
                <a:close/>
                <a:moveTo>
                  <a:pt x="0" y="0"/>
                </a:moveTo>
                <a:moveTo>
                  <a:pt x="310123" y="117847"/>
                </a:moveTo>
                <a:lnTo>
                  <a:pt x="310123" y="199458"/>
                </a:lnTo>
                <a:moveTo>
                  <a:pt x="249600" y="199458"/>
                </a:moveTo>
                <a:cubicBezTo>
                  <a:pt x="248331" y="199465"/>
                  <a:pt x="247121" y="199993"/>
                  <a:pt x="246253" y="200919"/>
                </a:cubicBezTo>
                <a:cubicBezTo>
                  <a:pt x="245386" y="201846"/>
                  <a:pt x="244937" y="203088"/>
                  <a:pt x="245014" y="204355"/>
                </a:cubicBezTo>
                <a:cubicBezTo>
                  <a:pt x="247483" y="237601"/>
                  <a:pt x="274604" y="263647"/>
                  <a:pt x="307923" y="264770"/>
                </a:cubicBezTo>
                <a:cubicBezTo>
                  <a:pt x="341242" y="265893"/>
                  <a:pt x="370056" y="241734"/>
                  <a:pt x="374760" y="208729"/>
                </a:cubicBezTo>
                <a:cubicBezTo>
                  <a:pt x="375098" y="206372"/>
                  <a:pt x="374390" y="203985"/>
                  <a:pt x="372821" y="202193"/>
                </a:cubicBezTo>
                <a:cubicBezTo>
                  <a:pt x="371252" y="200402"/>
                  <a:pt x="368979" y="199385"/>
                  <a:pt x="366598" y="199409"/>
                </a:cubicBezTo>
                <a:close/>
              </a:path>
            </a:pathLst>
          </a:custGeom>
          <a:noFill/>
          <a:ln w="12243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4" name="Group 33"/>
          <p:cNvGrpSpPr/>
          <p:nvPr/>
        </p:nvGrpSpPr>
        <p:grpSpPr>
          <a:xfrm>
            <a:off x="3213543" y="3171601"/>
            <a:ext cx="875823" cy="391724"/>
            <a:chOff x="3213543" y="3171601"/>
            <a:chExt cx="875823" cy="391724"/>
          </a:xfrm>
        </p:grpSpPr>
        <p:sp>
          <p:nvSpPr>
            <p:cNvPr id="32" name="TextBox 31"/>
            <p:cNvSpPr txBox="1"/>
            <p:nvPr/>
          </p:nvSpPr>
          <p:spPr>
            <a:xfrm>
              <a:off x="3082170" y="3171601"/>
              <a:ext cx="1007196" cy="195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196661"/>
                  </a:solidFill>
                  <a:latin typeface="Funnel Display"/>
                </a:rPr>
                <a:t>Scalable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082170" y="3367435"/>
              <a:ext cx="1007196" cy="195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1200" b="1">
                  <a:solidFill>
                    <a:srgbClr val="196661"/>
                  </a:solidFill>
                  <a:latin typeface="Funnel Display"/>
                </a:rPr>
                <a:t>Operations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432732" y="3171601"/>
            <a:ext cx="967854" cy="391724"/>
            <a:chOff x="7432732" y="3171601"/>
            <a:chExt cx="967854" cy="391724"/>
          </a:xfrm>
        </p:grpSpPr>
        <p:sp>
          <p:nvSpPr>
            <p:cNvPr id="35" name="TextBox 34"/>
            <p:cNvSpPr txBox="1"/>
            <p:nvPr/>
          </p:nvSpPr>
          <p:spPr>
            <a:xfrm>
              <a:off x="7432732" y="3171601"/>
              <a:ext cx="1113032" cy="195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96661"/>
                  </a:solidFill>
                  <a:latin typeface="Funnel Display"/>
                </a:rPr>
                <a:t>Better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32732" y="3367435"/>
              <a:ext cx="1113032" cy="195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200" b="1">
                  <a:solidFill>
                    <a:srgbClr val="196661"/>
                  </a:solidFill>
                  <a:latin typeface="Funnel Display"/>
                </a:rPr>
                <a:t>Consistency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016966" y="3661269"/>
            <a:ext cx="1072400" cy="652880"/>
            <a:chOff x="3016966" y="3661269"/>
            <a:chExt cx="1072400" cy="652880"/>
          </a:xfrm>
        </p:grpSpPr>
        <p:sp>
          <p:nvSpPr>
            <p:cNvPr id="38" name="TextBox 37"/>
            <p:cNvSpPr txBox="1"/>
            <p:nvPr/>
          </p:nvSpPr>
          <p:spPr>
            <a:xfrm>
              <a:off x="2856106" y="3661269"/>
              <a:ext cx="1233260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Support more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56106" y="3824527"/>
              <a:ext cx="1233260" cy="16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orders without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856106" y="3987690"/>
              <a:ext cx="1233260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proportional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856106" y="4150949"/>
              <a:ext cx="1233260" cy="163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900" b="0">
                  <a:solidFill>
                    <a:srgbClr val="196661"/>
                  </a:solidFill>
                  <a:latin typeface="Funnel Display"/>
                </a:rPr>
                <a:t>headcount growth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432732" y="3661270"/>
            <a:ext cx="1143000" cy="489650"/>
            <a:chOff x="7432732" y="3661270"/>
            <a:chExt cx="1143000" cy="489650"/>
          </a:xfrm>
        </p:grpSpPr>
        <p:sp>
          <p:nvSpPr>
            <p:cNvPr id="43" name="TextBox 42"/>
            <p:cNvSpPr txBox="1"/>
            <p:nvPr/>
          </p:nvSpPr>
          <p:spPr>
            <a:xfrm>
              <a:off x="7432732" y="3661270"/>
              <a:ext cx="1314450" cy="1631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Unified search logic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432732" y="3824433"/>
              <a:ext cx="1314450" cy="163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and validation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32732" y="3987691"/>
              <a:ext cx="1314450" cy="1632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196661"/>
                  </a:solidFill>
                  <a:latin typeface="Funnel Display"/>
                </a:rPr>
                <a:t>checklists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1815" y="1469468"/>
            <a:ext cx="80924" cy="80914"/>
          </a:xfrm>
          <a:custGeom>
            <a:avLst/>
            <a:gdLst/>
            <a:ahLst/>
            <a:cxnLst/>
            <a:rect l="0" t="0" r="0" b="0"/>
            <a:pathLst>
              <a:path w="80924" h="80914">
                <a:moveTo>
                  <a:pt x="80924" y="40462"/>
                </a:moveTo>
                <a:cubicBezTo>
                  <a:pt x="80924" y="62807"/>
                  <a:pt x="62807" y="80914"/>
                  <a:pt x="40462" y="80914"/>
                </a:cubicBezTo>
                <a:cubicBezTo>
                  <a:pt x="18116" y="80914"/>
                  <a:pt x="0" y="62807"/>
                  <a:pt x="0" y="40462"/>
                </a:cubicBezTo>
                <a:cubicBezTo>
                  <a:pt x="0" y="18116"/>
                  <a:pt x="18116" y="0"/>
                  <a:pt x="40462" y="0"/>
                </a:cubicBezTo>
                <a:cubicBezTo>
                  <a:pt x="62807" y="0"/>
                  <a:pt x="80924" y="18116"/>
                  <a:pt x="80924" y="40462"/>
                </a:cubicBezTo>
              </a:path>
            </a:pathLst>
          </a:custGeom>
          <a:solidFill>
            <a:srgbClr val="14BAB7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3865" y="1469468"/>
            <a:ext cx="1128869" cy="1090067"/>
          </a:xfrm>
          <a:custGeom>
            <a:avLst/>
            <a:gdLst/>
            <a:ahLst/>
            <a:cxnLst/>
            <a:rect l="0" t="0" r="0" b="0"/>
            <a:pathLst>
              <a:path w="1128869" h="1090067">
                <a:moveTo>
                  <a:pt x="1128869" y="40459"/>
                </a:moveTo>
                <a:cubicBezTo>
                  <a:pt x="1128869" y="62804"/>
                  <a:pt x="1110754" y="80919"/>
                  <a:pt x="1088410" y="80919"/>
                </a:cubicBezTo>
                <a:cubicBezTo>
                  <a:pt x="1066064" y="80919"/>
                  <a:pt x="1047950" y="62804"/>
                  <a:pt x="1047950" y="40459"/>
                </a:cubicBezTo>
                <a:cubicBezTo>
                  <a:pt x="1047950" y="18114"/>
                  <a:pt x="1066064" y="0"/>
                  <a:pt x="1088410" y="0"/>
                </a:cubicBezTo>
                <a:cubicBezTo>
                  <a:pt x="1110754" y="0"/>
                  <a:pt x="1128869" y="18114"/>
                  <a:pt x="1128869" y="40459"/>
                </a:cubicBezTo>
                <a:close/>
                <a:moveTo>
                  <a:pt x="0" y="1090067"/>
                </a:moveTo>
                <a:cubicBezTo>
                  <a:pt x="20833" y="520690"/>
                  <a:pt x="478569" y="62878"/>
                  <a:pt x="1047947" y="42044"/>
                </a:cubicBezTo>
              </a:path>
            </a:pathLst>
          </a:custGeom>
          <a:noFill/>
          <a:ln w="14130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91887" y="2559533"/>
            <a:ext cx="80914" cy="80914"/>
          </a:xfrm>
          <a:custGeom>
            <a:avLst/>
            <a:gdLst/>
            <a:ahLst/>
            <a:cxnLst/>
            <a:rect l="0" t="0" r="0" b="0"/>
            <a:pathLst>
              <a:path w="80914" h="80914">
                <a:moveTo>
                  <a:pt x="80914" y="40462"/>
                </a:moveTo>
                <a:cubicBezTo>
                  <a:pt x="80914" y="62798"/>
                  <a:pt x="62807" y="80914"/>
                  <a:pt x="40462" y="80914"/>
                </a:cubicBezTo>
                <a:cubicBezTo>
                  <a:pt x="18116" y="80914"/>
                  <a:pt x="0" y="62798"/>
                  <a:pt x="0" y="40462"/>
                </a:cubicBezTo>
                <a:cubicBezTo>
                  <a:pt x="0" y="18116"/>
                  <a:pt x="18116" y="0"/>
                  <a:pt x="40462" y="0"/>
                </a:cubicBezTo>
                <a:cubicBezTo>
                  <a:pt x="62807" y="0"/>
                  <a:pt x="80914" y="18116"/>
                  <a:pt x="80914" y="40462"/>
                </a:cubicBezTo>
              </a:path>
            </a:pathLst>
          </a:custGeom>
          <a:solidFill>
            <a:srgbClr val="14BAB7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82513" y="1511517"/>
            <a:ext cx="1090293" cy="1128933"/>
          </a:xfrm>
          <a:custGeom>
            <a:avLst/>
            <a:gdLst/>
            <a:ahLst/>
            <a:cxnLst/>
            <a:rect l="0" t="0" r="0" b="0"/>
            <a:pathLst>
              <a:path w="1090293" h="1128933">
                <a:moveTo>
                  <a:pt x="1090293" y="1088474"/>
                </a:moveTo>
                <a:cubicBezTo>
                  <a:pt x="1090293" y="1110819"/>
                  <a:pt x="1072178" y="1128933"/>
                  <a:pt x="1049833" y="1128933"/>
                </a:cubicBezTo>
                <a:cubicBezTo>
                  <a:pt x="1027487" y="1128933"/>
                  <a:pt x="1009374" y="1110819"/>
                  <a:pt x="1009374" y="1088474"/>
                </a:cubicBezTo>
                <a:cubicBezTo>
                  <a:pt x="1009374" y="1066129"/>
                  <a:pt x="1027487" y="1048014"/>
                  <a:pt x="1049833" y="1048014"/>
                </a:cubicBezTo>
                <a:cubicBezTo>
                  <a:pt x="1072178" y="1048014"/>
                  <a:pt x="1090293" y="1066129"/>
                  <a:pt x="1090293" y="1088474"/>
                </a:cubicBezTo>
                <a:close/>
                <a:moveTo>
                  <a:pt x="0" y="0"/>
                </a:moveTo>
                <a:lnTo>
                  <a:pt x="302" y="0"/>
                </a:lnTo>
                <a:cubicBezTo>
                  <a:pt x="569679" y="20833"/>
                  <a:pt x="1027416" y="478645"/>
                  <a:pt x="1048249" y="1048022"/>
                </a:cubicBezTo>
              </a:path>
            </a:pathLst>
          </a:custGeom>
          <a:noFill/>
          <a:ln w="14130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01812" y="3649607"/>
            <a:ext cx="80914" cy="80914"/>
          </a:xfrm>
          <a:custGeom>
            <a:avLst/>
            <a:gdLst/>
            <a:ahLst/>
            <a:cxnLst/>
            <a:rect l="0" t="0" r="0" b="0"/>
            <a:pathLst>
              <a:path w="80914" h="80914">
                <a:moveTo>
                  <a:pt x="80914" y="40462"/>
                </a:moveTo>
                <a:cubicBezTo>
                  <a:pt x="80914" y="62807"/>
                  <a:pt x="62807" y="80914"/>
                  <a:pt x="40462" y="80914"/>
                </a:cubicBezTo>
                <a:cubicBezTo>
                  <a:pt x="18116" y="80914"/>
                  <a:pt x="0" y="62807"/>
                  <a:pt x="0" y="40462"/>
                </a:cubicBezTo>
                <a:cubicBezTo>
                  <a:pt x="0" y="18116"/>
                  <a:pt x="18116" y="0"/>
                  <a:pt x="40462" y="0"/>
                </a:cubicBezTo>
                <a:cubicBezTo>
                  <a:pt x="62807" y="0"/>
                  <a:pt x="80914" y="18116"/>
                  <a:pt x="80914" y="40462"/>
                </a:cubicBezTo>
              </a:path>
            </a:pathLst>
          </a:custGeom>
          <a:solidFill>
            <a:srgbClr val="14BAB7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01812" y="2640452"/>
            <a:ext cx="1128943" cy="1090072"/>
          </a:xfrm>
          <a:custGeom>
            <a:avLst/>
            <a:gdLst/>
            <a:ahLst/>
            <a:cxnLst/>
            <a:rect l="0" t="0" r="0" b="0"/>
            <a:pathLst>
              <a:path w="1128943" h="1090072">
                <a:moveTo>
                  <a:pt x="80919" y="1049612"/>
                </a:moveTo>
                <a:cubicBezTo>
                  <a:pt x="80919" y="1071958"/>
                  <a:pt x="62804" y="1090072"/>
                  <a:pt x="40459" y="1090072"/>
                </a:cubicBezTo>
                <a:cubicBezTo>
                  <a:pt x="18113" y="1090072"/>
                  <a:pt x="0" y="1071958"/>
                  <a:pt x="0" y="1049612"/>
                </a:cubicBezTo>
                <a:cubicBezTo>
                  <a:pt x="0" y="1027268"/>
                  <a:pt x="18113" y="1009153"/>
                  <a:pt x="40459" y="1009153"/>
                </a:cubicBezTo>
                <a:cubicBezTo>
                  <a:pt x="62804" y="1009153"/>
                  <a:pt x="80919" y="1027268"/>
                  <a:pt x="80919" y="1049612"/>
                </a:cubicBezTo>
                <a:close/>
                <a:moveTo>
                  <a:pt x="80996" y="1047947"/>
                </a:moveTo>
                <a:cubicBezTo>
                  <a:pt x="650373" y="1027113"/>
                  <a:pt x="1108110" y="569377"/>
                  <a:pt x="1128943" y="0"/>
                </a:cubicBezTo>
              </a:path>
            </a:pathLst>
          </a:custGeom>
          <a:noFill/>
          <a:ln w="14130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11753" y="2559527"/>
            <a:ext cx="80914" cy="80914"/>
          </a:xfrm>
          <a:custGeom>
            <a:avLst/>
            <a:gdLst/>
            <a:ahLst/>
            <a:cxnLst/>
            <a:rect l="0" t="0" r="0" b="0"/>
            <a:pathLst>
              <a:path w="80914" h="80914">
                <a:moveTo>
                  <a:pt x="80914" y="40462"/>
                </a:moveTo>
                <a:cubicBezTo>
                  <a:pt x="80914" y="62807"/>
                  <a:pt x="62807" y="80914"/>
                  <a:pt x="40462" y="80914"/>
                </a:cubicBezTo>
                <a:cubicBezTo>
                  <a:pt x="18116" y="80914"/>
                  <a:pt x="0" y="62807"/>
                  <a:pt x="0" y="40462"/>
                </a:cubicBezTo>
                <a:cubicBezTo>
                  <a:pt x="0" y="18116"/>
                  <a:pt x="18116" y="0"/>
                  <a:pt x="40462" y="0"/>
                </a:cubicBezTo>
                <a:cubicBezTo>
                  <a:pt x="62807" y="0"/>
                  <a:pt x="80914" y="18116"/>
                  <a:pt x="80914" y="40462"/>
                </a:cubicBezTo>
              </a:path>
            </a:pathLst>
          </a:custGeom>
          <a:solidFill>
            <a:srgbClr val="14BA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1753" y="2559527"/>
            <a:ext cx="1090058" cy="1128863"/>
          </a:xfrm>
          <a:custGeom>
            <a:avLst/>
            <a:gdLst/>
            <a:ahLst/>
            <a:cxnLst/>
            <a:rect l="0" t="0" r="0" b="0"/>
            <a:pathLst>
              <a:path w="1090058" h="1128863">
                <a:moveTo>
                  <a:pt x="80919" y="40459"/>
                </a:moveTo>
                <a:cubicBezTo>
                  <a:pt x="80919" y="62804"/>
                  <a:pt x="62804" y="80919"/>
                  <a:pt x="40459" y="80919"/>
                </a:cubicBezTo>
                <a:cubicBezTo>
                  <a:pt x="18114" y="80919"/>
                  <a:pt x="0" y="62804"/>
                  <a:pt x="0" y="40459"/>
                </a:cubicBezTo>
                <a:cubicBezTo>
                  <a:pt x="0" y="18114"/>
                  <a:pt x="18114" y="0"/>
                  <a:pt x="40459" y="0"/>
                </a:cubicBezTo>
                <a:cubicBezTo>
                  <a:pt x="62804" y="0"/>
                  <a:pt x="80919" y="18114"/>
                  <a:pt x="80919" y="40459"/>
                </a:cubicBezTo>
                <a:close/>
                <a:moveTo>
                  <a:pt x="42111" y="80915"/>
                </a:moveTo>
                <a:cubicBezTo>
                  <a:pt x="62945" y="650293"/>
                  <a:pt x="520681" y="1108029"/>
                  <a:pt x="1090058" y="1128863"/>
                </a:cubicBezTo>
              </a:path>
            </a:pathLst>
          </a:custGeom>
          <a:noFill/>
          <a:ln w="14130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5440797" y="791200"/>
            <a:ext cx="802957" cy="271271"/>
            <a:chOff x="5440797" y="791200"/>
            <a:chExt cx="802957" cy="271271"/>
          </a:xfrm>
        </p:grpSpPr>
        <p:sp>
          <p:nvSpPr>
            <p:cNvPr id="10" name="TextBox 9"/>
            <p:cNvSpPr txBox="1"/>
            <p:nvPr/>
          </p:nvSpPr>
          <p:spPr>
            <a:xfrm>
              <a:off x="5380576" y="791200"/>
              <a:ext cx="923400" cy="135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96661"/>
                  </a:solidFill>
                  <a:latin typeface="Funnel Display"/>
                </a:rPr>
                <a:t>Focus on Core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80576" y="926836"/>
              <a:ext cx="923400" cy="135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196661"/>
                  </a:solidFill>
                  <a:latin typeface="Funnel Display"/>
                </a:rPr>
                <a:t>Workflow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19100" y="400050"/>
            <a:ext cx="2273855" cy="1371600"/>
            <a:chOff x="419100" y="400050"/>
            <a:chExt cx="2273855" cy="1371600"/>
          </a:xfrm>
        </p:grpSpPr>
        <p:sp>
          <p:nvSpPr>
            <p:cNvPr id="13" name="TextBox 12"/>
            <p:cNvSpPr txBox="1"/>
            <p:nvPr/>
          </p:nvSpPr>
          <p:spPr>
            <a:xfrm>
              <a:off x="419100" y="400050"/>
              <a:ext cx="261493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MVP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9100" y="857250"/>
              <a:ext cx="261493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Roadmap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9100" y="1314450"/>
              <a:ext cx="261493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3600" b="1">
                  <a:solidFill>
                    <a:srgbClr val="196661"/>
                  </a:solidFill>
                  <a:latin typeface="Funnel Display"/>
                </a:rPr>
                <a:t>Cycle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242914" y="1062483"/>
            <a:ext cx="1198730" cy="237409"/>
            <a:chOff x="5242914" y="1062483"/>
            <a:chExt cx="1198730" cy="237409"/>
          </a:xfrm>
        </p:grpSpPr>
        <p:sp>
          <p:nvSpPr>
            <p:cNvPr id="17" name="TextBox 16"/>
            <p:cNvSpPr txBox="1"/>
            <p:nvPr/>
          </p:nvSpPr>
          <p:spPr>
            <a:xfrm>
              <a:off x="5153010" y="1062483"/>
              <a:ext cx="1378539" cy="118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96661"/>
                  </a:solidFill>
                  <a:latin typeface="Funnel Display"/>
                </a:rPr>
                <a:t>Start with a single end-to-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53010" y="1181164"/>
              <a:ext cx="1378539" cy="11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96661"/>
                  </a:solidFill>
                  <a:latin typeface="Funnel Display"/>
                </a:rPr>
                <a:t>end process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5503119" y="2270256"/>
            <a:ext cx="657116" cy="648642"/>
          </a:xfrm>
          <a:custGeom>
            <a:avLst/>
            <a:gdLst/>
            <a:ahLst/>
            <a:cxnLst/>
            <a:rect l="0" t="0" r="0" b="0"/>
            <a:pathLst>
              <a:path w="657116" h="648642">
                <a:moveTo>
                  <a:pt x="252953" y="230343"/>
                </a:moveTo>
                <a:lnTo>
                  <a:pt x="337743" y="176644"/>
                </a:lnTo>
                <a:lnTo>
                  <a:pt x="422532" y="230343"/>
                </a:lnTo>
                <a:moveTo>
                  <a:pt x="252953" y="329264"/>
                </a:moveTo>
                <a:lnTo>
                  <a:pt x="337743" y="275564"/>
                </a:lnTo>
                <a:lnTo>
                  <a:pt x="422532" y="329264"/>
                </a:lnTo>
                <a:moveTo>
                  <a:pt x="0" y="0"/>
                </a:moveTo>
                <a:moveTo>
                  <a:pt x="252953" y="428185"/>
                </a:moveTo>
                <a:lnTo>
                  <a:pt x="337743" y="374485"/>
                </a:lnTo>
                <a:lnTo>
                  <a:pt x="422532" y="428185"/>
                </a:lnTo>
                <a:moveTo>
                  <a:pt x="339156" y="648642"/>
                </a:moveTo>
                <a:cubicBezTo>
                  <a:pt x="362569" y="648642"/>
                  <a:pt x="381551" y="629661"/>
                  <a:pt x="381551" y="606248"/>
                </a:cubicBezTo>
                <a:cubicBezTo>
                  <a:pt x="381551" y="582835"/>
                  <a:pt x="362569" y="563853"/>
                  <a:pt x="339156" y="563853"/>
                </a:cubicBezTo>
                <a:cubicBezTo>
                  <a:pt x="315743" y="563853"/>
                  <a:pt x="296762" y="582835"/>
                  <a:pt x="296762" y="606248"/>
                </a:cubicBezTo>
                <a:cubicBezTo>
                  <a:pt x="296762" y="629661"/>
                  <a:pt x="315743" y="648642"/>
                  <a:pt x="339156" y="648642"/>
                </a:cubicBezTo>
                <a:close/>
                <a:moveTo>
                  <a:pt x="63591" y="219038"/>
                </a:moveTo>
                <a:cubicBezTo>
                  <a:pt x="87005" y="219038"/>
                  <a:pt x="105986" y="200058"/>
                  <a:pt x="105986" y="176644"/>
                </a:cubicBezTo>
                <a:cubicBezTo>
                  <a:pt x="105986" y="153230"/>
                  <a:pt x="87005" y="134249"/>
                  <a:pt x="63591" y="134249"/>
                </a:cubicBezTo>
                <a:cubicBezTo>
                  <a:pt x="40177" y="134249"/>
                  <a:pt x="21197" y="153230"/>
                  <a:pt x="21197" y="176644"/>
                </a:cubicBezTo>
                <a:cubicBezTo>
                  <a:pt x="21197" y="200058"/>
                  <a:pt x="40177" y="219038"/>
                  <a:pt x="63591" y="219038"/>
                </a:cubicBezTo>
                <a:close/>
                <a:moveTo>
                  <a:pt x="63591" y="408406"/>
                </a:moveTo>
                <a:cubicBezTo>
                  <a:pt x="87005" y="408406"/>
                  <a:pt x="105986" y="389425"/>
                  <a:pt x="105986" y="366012"/>
                </a:cubicBezTo>
                <a:cubicBezTo>
                  <a:pt x="105986" y="342599"/>
                  <a:pt x="87005" y="323617"/>
                  <a:pt x="63591" y="323617"/>
                </a:cubicBezTo>
                <a:cubicBezTo>
                  <a:pt x="40177" y="323617"/>
                  <a:pt x="21197" y="342599"/>
                  <a:pt x="21197" y="366012"/>
                </a:cubicBezTo>
                <a:cubicBezTo>
                  <a:pt x="21197" y="389425"/>
                  <a:pt x="40177" y="408406"/>
                  <a:pt x="63591" y="408406"/>
                </a:cubicBezTo>
                <a:close/>
                <a:moveTo>
                  <a:pt x="63591" y="323612"/>
                </a:moveTo>
                <a:lnTo>
                  <a:pt x="63591" y="219038"/>
                </a:lnTo>
                <a:moveTo>
                  <a:pt x="0" y="0"/>
                </a:moveTo>
                <a:moveTo>
                  <a:pt x="99693" y="154407"/>
                </a:moveTo>
                <a:lnTo>
                  <a:pt x="204338" y="92186"/>
                </a:lnTo>
                <a:moveTo>
                  <a:pt x="154033" y="541249"/>
                </a:moveTo>
                <a:cubicBezTo>
                  <a:pt x="177447" y="541249"/>
                  <a:pt x="196428" y="522267"/>
                  <a:pt x="196428" y="498854"/>
                </a:cubicBezTo>
                <a:cubicBezTo>
                  <a:pt x="196428" y="475441"/>
                  <a:pt x="177447" y="456459"/>
                  <a:pt x="154033" y="456459"/>
                </a:cubicBezTo>
                <a:cubicBezTo>
                  <a:pt x="130620" y="456459"/>
                  <a:pt x="111639" y="475441"/>
                  <a:pt x="111639" y="498854"/>
                </a:cubicBezTo>
                <a:cubicBezTo>
                  <a:pt x="111639" y="522267"/>
                  <a:pt x="130620" y="541249"/>
                  <a:pt x="154033" y="541249"/>
                </a:cubicBezTo>
                <a:close/>
                <a:moveTo>
                  <a:pt x="524279" y="541249"/>
                </a:moveTo>
                <a:cubicBezTo>
                  <a:pt x="547693" y="541249"/>
                  <a:pt x="566674" y="522267"/>
                  <a:pt x="566674" y="498854"/>
                </a:cubicBezTo>
                <a:cubicBezTo>
                  <a:pt x="566674" y="475441"/>
                  <a:pt x="547693" y="456459"/>
                  <a:pt x="524279" y="456459"/>
                </a:cubicBezTo>
                <a:cubicBezTo>
                  <a:pt x="500866" y="456459"/>
                  <a:pt x="481885" y="475441"/>
                  <a:pt x="481885" y="498854"/>
                </a:cubicBezTo>
                <a:cubicBezTo>
                  <a:pt x="481885" y="522267"/>
                  <a:pt x="500866" y="541249"/>
                  <a:pt x="524279" y="541249"/>
                </a:cubicBezTo>
                <a:close/>
                <a:moveTo>
                  <a:pt x="614721" y="219038"/>
                </a:moveTo>
                <a:cubicBezTo>
                  <a:pt x="638134" y="219038"/>
                  <a:pt x="657116" y="200058"/>
                  <a:pt x="657116" y="176644"/>
                </a:cubicBezTo>
                <a:cubicBezTo>
                  <a:pt x="657116" y="153230"/>
                  <a:pt x="638134" y="134249"/>
                  <a:pt x="614721" y="134249"/>
                </a:cubicBezTo>
                <a:cubicBezTo>
                  <a:pt x="591308" y="134249"/>
                  <a:pt x="572327" y="153230"/>
                  <a:pt x="572327" y="176644"/>
                </a:cubicBezTo>
                <a:cubicBezTo>
                  <a:pt x="572327" y="200058"/>
                  <a:pt x="591308" y="219038"/>
                  <a:pt x="614721" y="219038"/>
                </a:cubicBezTo>
                <a:close/>
                <a:moveTo>
                  <a:pt x="614721" y="408406"/>
                </a:moveTo>
                <a:cubicBezTo>
                  <a:pt x="638134" y="408406"/>
                  <a:pt x="657116" y="389425"/>
                  <a:pt x="657116" y="366012"/>
                </a:cubicBezTo>
                <a:cubicBezTo>
                  <a:pt x="657116" y="342599"/>
                  <a:pt x="638134" y="323617"/>
                  <a:pt x="614721" y="323617"/>
                </a:cubicBezTo>
                <a:cubicBezTo>
                  <a:pt x="591308" y="323617"/>
                  <a:pt x="572327" y="342599"/>
                  <a:pt x="572327" y="366012"/>
                </a:cubicBezTo>
                <a:cubicBezTo>
                  <a:pt x="572327" y="389425"/>
                  <a:pt x="591308" y="408406"/>
                  <a:pt x="614721" y="408406"/>
                </a:cubicBezTo>
                <a:close/>
                <a:moveTo>
                  <a:pt x="241648" y="114459"/>
                </a:moveTo>
                <a:cubicBezTo>
                  <a:pt x="265062" y="114459"/>
                  <a:pt x="284043" y="95479"/>
                  <a:pt x="284043" y="72065"/>
                </a:cubicBezTo>
                <a:cubicBezTo>
                  <a:pt x="284043" y="48651"/>
                  <a:pt x="265062" y="29670"/>
                  <a:pt x="241648" y="29670"/>
                </a:cubicBezTo>
                <a:cubicBezTo>
                  <a:pt x="218234" y="29670"/>
                  <a:pt x="199254" y="48651"/>
                  <a:pt x="199254" y="72065"/>
                </a:cubicBezTo>
                <a:cubicBezTo>
                  <a:pt x="199254" y="95479"/>
                  <a:pt x="218234" y="114459"/>
                  <a:pt x="241648" y="114459"/>
                </a:cubicBezTo>
                <a:close/>
                <a:moveTo>
                  <a:pt x="436664" y="114459"/>
                </a:moveTo>
                <a:cubicBezTo>
                  <a:pt x="460077" y="114459"/>
                  <a:pt x="479058" y="95479"/>
                  <a:pt x="479058" y="72065"/>
                </a:cubicBezTo>
                <a:cubicBezTo>
                  <a:pt x="479058" y="48651"/>
                  <a:pt x="460077" y="29670"/>
                  <a:pt x="436664" y="29670"/>
                </a:cubicBezTo>
                <a:cubicBezTo>
                  <a:pt x="413251" y="29670"/>
                  <a:pt x="394269" y="48651"/>
                  <a:pt x="394269" y="72065"/>
                </a:cubicBezTo>
                <a:cubicBezTo>
                  <a:pt x="394269" y="95479"/>
                  <a:pt x="413251" y="114459"/>
                  <a:pt x="436664" y="114459"/>
                </a:cubicBezTo>
                <a:close/>
                <a:moveTo>
                  <a:pt x="0" y="0"/>
                </a:moveTo>
                <a:moveTo>
                  <a:pt x="190151" y="521100"/>
                </a:moveTo>
                <a:lnTo>
                  <a:pt x="302233" y="585548"/>
                </a:lnTo>
                <a:moveTo>
                  <a:pt x="0" y="0"/>
                </a:moveTo>
                <a:moveTo>
                  <a:pt x="488162" y="521100"/>
                </a:moveTo>
                <a:lnTo>
                  <a:pt x="376223" y="585463"/>
                </a:lnTo>
                <a:moveTo>
                  <a:pt x="614721" y="323612"/>
                </a:moveTo>
                <a:lnTo>
                  <a:pt x="614721" y="219038"/>
                </a:lnTo>
                <a:moveTo>
                  <a:pt x="0" y="0"/>
                </a:moveTo>
                <a:moveTo>
                  <a:pt x="578621" y="154409"/>
                </a:moveTo>
                <a:lnTo>
                  <a:pt x="474042" y="92227"/>
                </a:lnTo>
              </a:path>
            </a:pathLst>
          </a:custGeom>
          <a:noFill/>
          <a:ln w="14130">
            <a:solidFill>
              <a:srgbClr val="19666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3321639" y="2345645"/>
            <a:ext cx="1182643" cy="271271"/>
            <a:chOff x="3321639" y="2345645"/>
            <a:chExt cx="1182643" cy="271271"/>
          </a:xfrm>
        </p:grpSpPr>
        <p:sp>
          <p:nvSpPr>
            <p:cNvPr id="21" name="TextBox 20"/>
            <p:cNvSpPr txBox="1"/>
            <p:nvPr/>
          </p:nvSpPr>
          <p:spPr>
            <a:xfrm>
              <a:off x="3144243" y="2345645"/>
              <a:ext cx="1360039" cy="1356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96661"/>
                  </a:solidFill>
                  <a:latin typeface="Funnel Display"/>
                </a:rPr>
                <a:t>Expand by Document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44243" y="2481280"/>
              <a:ext cx="1360039" cy="135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800" b="1">
                  <a:solidFill>
                    <a:srgbClr val="196661"/>
                  </a:solidFill>
                  <a:latin typeface="Funnel Display"/>
                </a:rPr>
                <a:t>Type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180269" y="2413453"/>
            <a:ext cx="1156716" cy="135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>
                <a:solidFill>
                  <a:srgbClr val="196661"/>
                </a:solidFill>
                <a:latin typeface="Funnel Display"/>
              </a:rPr>
              <a:t>Expand by County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381047" y="2616955"/>
            <a:ext cx="1123235" cy="237409"/>
            <a:chOff x="3381047" y="2616955"/>
            <a:chExt cx="1123235" cy="237409"/>
          </a:xfrm>
        </p:grpSpPr>
        <p:sp>
          <p:nvSpPr>
            <p:cNvPr id="25" name="TextBox 24"/>
            <p:cNvSpPr txBox="1"/>
            <p:nvPr/>
          </p:nvSpPr>
          <p:spPr>
            <a:xfrm>
              <a:off x="3212562" y="2616955"/>
              <a:ext cx="1291720" cy="118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96661"/>
                  </a:solidFill>
                  <a:latin typeface="Funnel Display"/>
                </a:rPr>
                <a:t>Include more document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212562" y="2735636"/>
              <a:ext cx="1291720" cy="11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r"/>
              <a:r>
                <a:rPr sz="700" b="0">
                  <a:solidFill>
                    <a:srgbClr val="196661"/>
                  </a:solidFill>
                  <a:latin typeface="Funnel Display"/>
                </a:rPr>
                <a:t>types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180269" y="2549122"/>
            <a:ext cx="1323975" cy="237409"/>
            <a:chOff x="7180269" y="2549122"/>
            <a:chExt cx="1323975" cy="237409"/>
          </a:xfrm>
        </p:grpSpPr>
        <p:sp>
          <p:nvSpPr>
            <p:cNvPr id="28" name="TextBox 27"/>
            <p:cNvSpPr txBox="1"/>
            <p:nvPr/>
          </p:nvSpPr>
          <p:spPr>
            <a:xfrm>
              <a:off x="7180269" y="2549122"/>
              <a:ext cx="1522571" cy="118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96661"/>
                  </a:solidFill>
                  <a:latin typeface="Funnel Display"/>
                </a:rPr>
                <a:t>Extend the workflow to new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80269" y="2667803"/>
              <a:ext cx="1522571" cy="11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196661"/>
                  </a:solidFill>
                  <a:latin typeface="Funnel Display"/>
                </a:rPr>
                <a:t>counties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325456" y="3956624"/>
            <a:ext cx="1033628" cy="1356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>
                <a:solidFill>
                  <a:srgbClr val="196661"/>
                </a:solidFill>
                <a:latin typeface="Funnel Display"/>
              </a:rPr>
              <a:t>Expand by State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218388" y="4092288"/>
            <a:ext cx="1247775" cy="237409"/>
            <a:chOff x="5218388" y="4092288"/>
            <a:chExt cx="1247775" cy="237409"/>
          </a:xfrm>
        </p:grpSpPr>
        <p:sp>
          <p:nvSpPr>
            <p:cNvPr id="32" name="TextBox 31"/>
            <p:cNvSpPr txBox="1"/>
            <p:nvPr/>
          </p:nvSpPr>
          <p:spPr>
            <a:xfrm>
              <a:off x="5124805" y="4092288"/>
              <a:ext cx="1434941" cy="118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96661"/>
                  </a:solidFill>
                  <a:latin typeface="Funnel Display"/>
                </a:rPr>
                <a:t>Broaden the scope to new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24805" y="4210969"/>
              <a:ext cx="1434941" cy="11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700" b="0">
                  <a:solidFill>
                    <a:srgbClr val="196661"/>
                  </a:solidFill>
                  <a:latin typeface="Funnel Display"/>
                </a:rPr>
                <a:t>states</a:t>
              </a:r>
            </a:p>
          </p:txBody>
        </p:sp>
      </p:grpSp>
      <p:sp>
        <p:nvSpPr>
          <p:cNvPr id="35" name="Rounded Rectangle 3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0927"/>
            <a:ext cx="9144000" cy="3571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466725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196661"/>
                </a:solidFill>
                <a:latin typeface="Funnel Display"/>
              </a:rPr>
              <a:t/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85775" y="923925"/>
            <a:ext cx="7469619" cy="1371600"/>
            <a:chOff x="485775" y="923925"/>
            <a:chExt cx="7469619" cy="1371600"/>
          </a:xfrm>
        </p:grpSpPr>
        <p:sp>
          <p:nvSpPr>
            <p:cNvPr id="4" name="TextBox 3"/>
            <p:cNvSpPr txBox="1"/>
            <p:nvPr/>
          </p:nvSpPr>
          <p:spPr>
            <a:xfrm>
              <a:off x="485775" y="923925"/>
              <a:ext cx="8590061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400" b="1">
                  <a:solidFill>
                    <a:srgbClr val="196661"/>
                  </a:solidFill>
                  <a:latin typeface="Funnel Display"/>
                </a:rPr>
                <a:t>Eliminating Repetitive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775" y="1609725"/>
              <a:ext cx="8590061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5400" b="1">
                  <a:solidFill>
                    <a:srgbClr val="196661"/>
                  </a:solidFill>
                  <a:latin typeface="Funnel Display"/>
                </a:rPr>
                <a:t>Work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5775" y="2524125"/>
            <a:ext cx="5396979" cy="685800"/>
            <a:chOff x="485775" y="2524125"/>
            <a:chExt cx="5396979" cy="685800"/>
          </a:xfrm>
        </p:grpSpPr>
        <p:sp>
          <p:nvSpPr>
            <p:cNvPr id="7" name="TextBox 6"/>
            <p:cNvSpPr txBox="1"/>
            <p:nvPr/>
          </p:nvSpPr>
          <p:spPr>
            <a:xfrm>
              <a:off x="485775" y="2524125"/>
              <a:ext cx="62065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“The goal is not to replace the title examiner; it is to deliver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85775" y="2752725"/>
              <a:ext cx="62065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a traceable, quality-checked property report to the typing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5775" y="2981325"/>
              <a:ext cx="62065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500" b="1">
                  <a:solidFill>
                    <a:srgbClr val="196661"/>
                  </a:solidFill>
                  <a:latin typeface="Funnel Display"/>
                </a:rPr>
                <a:t>team.”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85775" y="3438525"/>
            <a:ext cx="0" cy="1904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>
                <a:solidFill>
                  <a:srgbClr val="196661"/>
                </a:solidFill>
                <a:latin typeface="Funnel Display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4BA1A1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AI-Powered COS &amp; Title Search Automation</dc:title>
  <cp:lastModifiedBy/>
  <cp:revision>1</cp:revision>
  <dcterms:modified xsi:type="dcterms:W3CDTF">2026-10-06T17:27:02Z</dcterms:modified>
  <dcterms:created xsi:type="dcterms:W3CDTF">2026-10-06T17:27:02Z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